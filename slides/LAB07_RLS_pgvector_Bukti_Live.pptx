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fe52cdf9294683" /><Relationship Type="http://schemas.openxmlformats.org/officeDocument/2006/relationships/extended-properties" Target="/docProps/app.xml" Id="R412560591e474d06" /><Relationship Type="http://schemas.openxmlformats.org/officeDocument/2006/relationships/officeDocument" Target="/ppt/presentation.xml" Id="Rfca557deece148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df970a57ee4744"/>
  </p:sldMasterIdLst>
  <p:notesMasterIdLst>
    <p:notesMasterId xmlns:r="http://schemas.openxmlformats.org/officeDocument/2006/relationships" r:id="Red0f49f7ecd7402e"/>
  </p:notesMasterIdLst>
  <p:sldIdLst>
    <p:sldId xmlns:r="http://schemas.openxmlformats.org/officeDocument/2006/relationships" id="256" r:id="R8db52b8431954b98"/>
    <p:sldId xmlns:r="http://schemas.openxmlformats.org/officeDocument/2006/relationships" id="257" r:id="Re962ec54cef14f21"/>
    <p:sldId xmlns:r="http://schemas.openxmlformats.org/officeDocument/2006/relationships" id="258" r:id="Rb300df0bdb044b75"/>
    <p:sldId xmlns:r="http://schemas.openxmlformats.org/officeDocument/2006/relationships" id="259" r:id="R6795b6e0eed14403"/>
    <p:sldId xmlns:r="http://schemas.openxmlformats.org/officeDocument/2006/relationships" id="260" r:id="R5c3900dc47464dd2"/>
    <p:sldId xmlns:r="http://schemas.openxmlformats.org/officeDocument/2006/relationships" id="261" r:id="Rcb8689ce992c4558"/>
    <p:sldId xmlns:r="http://schemas.openxmlformats.org/officeDocument/2006/relationships" id="262" r:id="R15eb570ba0364aa1"/>
    <p:sldId xmlns:r="http://schemas.openxmlformats.org/officeDocument/2006/relationships" id="263" r:id="R48d7220a8c994227"/>
    <p:sldId xmlns:r="http://schemas.openxmlformats.org/officeDocument/2006/relationships" id="264" r:id="Re6e847fe98ce47b2"/>
    <p:sldId xmlns:r="http://schemas.openxmlformats.org/officeDocument/2006/relationships" id="265" r:id="R96e5e0dc791e4b40"/>
    <p:sldId xmlns:r="http://schemas.openxmlformats.org/officeDocument/2006/relationships" id="266" r:id="R233435161687454f"/>
    <p:sldId xmlns:r="http://schemas.openxmlformats.org/officeDocument/2006/relationships" id="267" r:id="Rc2afa07f701f4cd0"/>
    <p:sldId xmlns:r="http://schemas.openxmlformats.org/officeDocument/2006/relationships" id="268" r:id="R66dcfa5bfe3e4345"/>
    <p:sldId xmlns:r="http://schemas.openxmlformats.org/officeDocument/2006/relationships" id="269" r:id="Rf7039f2bc30c4770"/>
    <p:sldId xmlns:r="http://schemas.openxmlformats.org/officeDocument/2006/relationships" id="270" r:id="R2cf0921ba0f944fe"/>
    <p:sldId xmlns:r="http://schemas.openxmlformats.org/officeDocument/2006/relationships" id="271" r:id="R42f80dcc1c1b463d"/>
    <p:sldId xmlns:r="http://schemas.openxmlformats.org/officeDocument/2006/relationships" id="272" r:id="R066afbb5c4e4457b"/>
    <p:sldId xmlns:r="http://schemas.openxmlformats.org/officeDocument/2006/relationships" id="273" r:id="R814bcd905aa841f2"/>
    <p:sldId xmlns:r="http://schemas.openxmlformats.org/officeDocument/2006/relationships" id="274" r:id="R5af2b0f08f3444ce"/>
    <p:sldId xmlns:r="http://schemas.openxmlformats.org/officeDocument/2006/relationships" id="275" r:id="R0af9419c372a4538"/>
    <p:sldId xmlns:r="http://schemas.openxmlformats.org/officeDocument/2006/relationships" id="276" r:id="R5d3aa6d8f3094041"/>
    <p:sldId xmlns:r="http://schemas.openxmlformats.org/officeDocument/2006/relationships" id="277" r:id="R3d7cb3e0c27c46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6c6b5037d648bc" /><Relationship Type="http://schemas.openxmlformats.org/officeDocument/2006/relationships/slideMaster" Target="/ppt/slideMasters/slideMaster1.xml" Id="R3adf970a57ee4744" /><Relationship Type="http://schemas.openxmlformats.org/officeDocument/2006/relationships/notesMaster" Target="/ppt/notesMasters/notesMaster1.xml" Id="Red0f49f7ecd7402e" /><Relationship Type="http://schemas.openxmlformats.org/officeDocument/2006/relationships/presProps" Target="/ppt/presProps.xml" Id="R26092ccbc6b14030" /><Relationship Type="http://schemas.openxmlformats.org/officeDocument/2006/relationships/viewProps" Target="/ppt/viewProps.xml" Id="R54510d74baaa4fd7" /><Relationship Type="http://schemas.openxmlformats.org/officeDocument/2006/relationships/tableStyles" Target="/ppt/tableStyles.xml" Id="R5acb10fd94244a26" /><Relationship Type="http://schemas.openxmlformats.org/officeDocument/2006/relationships/slide" Target="/ppt/slides/slide1.xml" Id="R8db52b8431954b98" /><Relationship Type="http://schemas.openxmlformats.org/officeDocument/2006/relationships/slide" Target="/ppt/slides/slide2.xml" Id="Re962ec54cef14f21" /><Relationship Type="http://schemas.openxmlformats.org/officeDocument/2006/relationships/slide" Target="/ppt/slides/slide3.xml" Id="Rb300df0bdb044b75" /><Relationship Type="http://schemas.openxmlformats.org/officeDocument/2006/relationships/slide" Target="/ppt/slides/slide4.xml" Id="R6795b6e0eed14403" /><Relationship Type="http://schemas.openxmlformats.org/officeDocument/2006/relationships/slide" Target="/ppt/slides/slide5.xml" Id="R5c3900dc47464dd2" /><Relationship Type="http://schemas.openxmlformats.org/officeDocument/2006/relationships/slide" Target="/ppt/slides/slide6.xml" Id="Rcb8689ce992c4558" /><Relationship Type="http://schemas.openxmlformats.org/officeDocument/2006/relationships/slide" Target="/ppt/slides/slide7.xml" Id="R15eb570ba0364aa1" /><Relationship Type="http://schemas.openxmlformats.org/officeDocument/2006/relationships/slide" Target="/ppt/slides/slide8.xml" Id="R48d7220a8c994227" /><Relationship Type="http://schemas.openxmlformats.org/officeDocument/2006/relationships/slide" Target="/ppt/slides/slide9.xml" Id="Re6e847fe98ce47b2" /><Relationship Type="http://schemas.openxmlformats.org/officeDocument/2006/relationships/slide" Target="/ppt/slides/slide10.xml" Id="R96e5e0dc791e4b40" /><Relationship Type="http://schemas.openxmlformats.org/officeDocument/2006/relationships/slide" Target="/ppt/slides/slide11.xml" Id="R233435161687454f" /><Relationship Type="http://schemas.openxmlformats.org/officeDocument/2006/relationships/slide" Target="/ppt/slides/slide12.xml" Id="Rc2afa07f701f4cd0" /><Relationship Type="http://schemas.openxmlformats.org/officeDocument/2006/relationships/slide" Target="/ppt/slides/slide13.xml" Id="R66dcfa5bfe3e4345" /><Relationship Type="http://schemas.openxmlformats.org/officeDocument/2006/relationships/slide" Target="/ppt/slides/slide14.xml" Id="Rf7039f2bc30c4770" /><Relationship Type="http://schemas.openxmlformats.org/officeDocument/2006/relationships/slide" Target="/ppt/slides/slide15.xml" Id="R2cf0921ba0f944fe" /><Relationship Type="http://schemas.openxmlformats.org/officeDocument/2006/relationships/slide" Target="/ppt/slides/slide16.xml" Id="R42f80dcc1c1b463d" /><Relationship Type="http://schemas.openxmlformats.org/officeDocument/2006/relationships/slide" Target="/ppt/slides/slide17.xml" Id="R066afbb5c4e4457b" /><Relationship Type="http://schemas.openxmlformats.org/officeDocument/2006/relationships/slide" Target="/ppt/slides/slide18.xml" Id="R814bcd905aa841f2" /><Relationship Type="http://schemas.openxmlformats.org/officeDocument/2006/relationships/slide" Target="/ppt/slides/slide19.xml" Id="R5af2b0f08f3444ce" /><Relationship Type="http://schemas.openxmlformats.org/officeDocument/2006/relationships/slide" Target="/ppt/slides/slide20.xml" Id="R0af9419c372a4538" /><Relationship Type="http://schemas.openxmlformats.org/officeDocument/2006/relationships/slide" Target="/ppt/slides/slide21.xml" Id="R5d3aa6d8f3094041" /><Relationship Type="http://schemas.openxmlformats.org/officeDocument/2006/relationships/slide" Target="/ppt/slides/slide22.xml" Id="R3d7cb3e0c27c46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b20553d53a46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1967037e354755" /><Relationship Type="http://schemas.openxmlformats.org/officeDocument/2006/relationships/notesMaster" Target="/ppt/notesMasters/notesMaster1.xml" Id="R627bba693ed642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2f3590665a4367" /><Relationship Type="http://schemas.openxmlformats.org/officeDocument/2006/relationships/notesMaster" Target="/ppt/notesMasters/notesMaster1.xml" Id="Rfae22b6e082d48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dcc25c78d84923" /><Relationship Type="http://schemas.openxmlformats.org/officeDocument/2006/relationships/notesMaster" Target="/ppt/notesMasters/notesMaster1.xml" Id="R781f95e9970844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19578d49694086" /><Relationship Type="http://schemas.openxmlformats.org/officeDocument/2006/relationships/notesMaster" Target="/ppt/notesMasters/notesMaster1.xml" Id="R2bf703e91f4a47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ef59b3d3f04f1b" /><Relationship Type="http://schemas.openxmlformats.org/officeDocument/2006/relationships/notesMaster" Target="/ppt/notesMasters/notesMaster1.xml" Id="R4fbdf40d584843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4fa0c0e1c241bb" /><Relationship Type="http://schemas.openxmlformats.org/officeDocument/2006/relationships/notesMaster" Target="/ppt/notesMasters/notesMaster1.xml" Id="R47ff37b7a8c542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84512cf99141fb" /><Relationship Type="http://schemas.openxmlformats.org/officeDocument/2006/relationships/notesMaster" Target="/ppt/notesMasters/notesMaster1.xml" Id="R1e3fea49dae24f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b754bee7f043e4" /><Relationship Type="http://schemas.openxmlformats.org/officeDocument/2006/relationships/notesMaster" Target="/ppt/notesMasters/notesMaster1.xml" Id="R5797ceb6573d4f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a893cbd1224b47" /><Relationship Type="http://schemas.openxmlformats.org/officeDocument/2006/relationships/notesMaster" Target="/ppt/notesMasters/notesMaster1.xml" Id="R45a13f9dfe8d4d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39050f51cb43fa" /><Relationship Type="http://schemas.openxmlformats.org/officeDocument/2006/relationships/notesMaster" Target="/ppt/notesMasters/notesMaster1.xml" Id="Rb8a4472cf9a744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5730ff88fb4bd5" /><Relationship Type="http://schemas.openxmlformats.org/officeDocument/2006/relationships/notesMaster" Target="/ppt/notesMasters/notesMaster1.xml" Id="R8172ccb1826541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2970006c9249d1" /><Relationship Type="http://schemas.openxmlformats.org/officeDocument/2006/relationships/notesMaster" Target="/ppt/notesMasters/notesMaster1.xml" Id="R6e52986e0da64a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f95a65d766444c" /><Relationship Type="http://schemas.openxmlformats.org/officeDocument/2006/relationships/notesMaster" Target="/ppt/notesMasters/notesMaster1.xml" Id="R48b36c2219b249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d06342d0ea4ec2" /><Relationship Type="http://schemas.openxmlformats.org/officeDocument/2006/relationships/notesMaster" Target="/ppt/notesMasters/notesMaster1.xml" Id="R740839942fa94c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914970293e447b" /><Relationship Type="http://schemas.openxmlformats.org/officeDocument/2006/relationships/notesMaster" Target="/ppt/notesMasters/notesMaster1.xml" Id="R02c243f9339248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89dea46e3c0461d" /><Relationship Type="http://schemas.openxmlformats.org/officeDocument/2006/relationships/notesMaster" Target="/ppt/notesMasters/notesMaster1.xml" Id="R61bc25c139e24f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c176689b44d4387" /><Relationship Type="http://schemas.openxmlformats.org/officeDocument/2006/relationships/notesMaster" Target="/ppt/notesMasters/notesMaster1.xml" Id="R0699f9007e924e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f3dda75ace44ac9" /><Relationship Type="http://schemas.openxmlformats.org/officeDocument/2006/relationships/notesMaster" Target="/ppt/notesMasters/notesMaster1.xml" Id="R2be20f591bd048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c09f696aa24d56" /><Relationship Type="http://schemas.openxmlformats.org/officeDocument/2006/relationships/notesMaster" Target="/ppt/notesMasters/notesMaster1.xml" Id="Rf66a6c511f6240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a2cdc620af478f" /><Relationship Type="http://schemas.openxmlformats.org/officeDocument/2006/relationships/notesMaster" Target="/ppt/notesMasters/notesMaster1.xml" Id="R2f8bea5e31574b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6890626c3c34cdb" /><Relationship Type="http://schemas.openxmlformats.org/officeDocument/2006/relationships/notesMaster" Target="/ppt/notesMasters/notesMaster1.xml" Id="Re44fe80841044e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d003bd0a134601" /><Relationship Type="http://schemas.openxmlformats.org/officeDocument/2006/relationships/notesMaster" Target="/ppt/notesMasters/notesMaster1.xml" Id="R59e2ef7a0f4c41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9fed772d041d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0627d893384f73" /><Relationship Type="http://schemas.openxmlformats.org/officeDocument/2006/relationships/slideLayout" Target="/ppt/slideLayouts/slideLayout1.xml" Id="Rcdd2df3b874a446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d2df3b874a446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9a6eafe714fa1" /><Relationship Type="http://schemas.openxmlformats.org/officeDocument/2006/relationships/image" Target="/ppt/media/image.jpeg" Id="Rdf2a382042d34344" /><Relationship Type="http://schemas.openxmlformats.org/officeDocument/2006/relationships/image" Target="/ppt/media/image.png" Id="R98feb3fc00394889" /><Relationship Type="http://schemas.openxmlformats.org/officeDocument/2006/relationships/image" Target="/ppt/media/image2.png" Id="Ra612411b51c34acc" /><Relationship Type="http://schemas.openxmlformats.org/officeDocument/2006/relationships/notesSlide" Target="/ppt/notesSlides/notesSlide1.xml" Id="R8210039863ce4b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b281eedf94cd1" /><Relationship Type="http://schemas.openxmlformats.org/officeDocument/2006/relationships/image" Target="/ppt/media/image.png" Id="R7f750226b21b49b9" /><Relationship Type="http://schemas.openxmlformats.org/officeDocument/2006/relationships/image" Target="/ppt/media/image2.png" Id="Rb988b01a6b7e4036" /><Relationship Type="http://schemas.openxmlformats.org/officeDocument/2006/relationships/image" Target="/ppt/media/image3.png" Id="R6fc88841176a4cb7" /><Relationship Type="http://schemas.openxmlformats.org/officeDocument/2006/relationships/image" Target="/ppt/media/image4.png" Id="Rc660bf70ef9343a2" /><Relationship Type="http://schemas.openxmlformats.org/officeDocument/2006/relationships/image" Target="/ppt/media/image5.png" Id="Rcdf21cce14e74de6" /><Relationship Type="http://schemas.openxmlformats.org/officeDocument/2006/relationships/image" Target="/ppt/media/image6.png" Id="R960064ec561043fb" /><Relationship Type="http://schemas.openxmlformats.org/officeDocument/2006/relationships/image" Target="/ppt/media/image7.png" Id="R85e0c71bf7404a92" /><Relationship Type="http://schemas.openxmlformats.org/officeDocument/2006/relationships/image" Target="/ppt/media/image8.png" Id="R1e06245313e74a00" /><Relationship Type="http://schemas.openxmlformats.org/officeDocument/2006/relationships/image" Target="/ppt/media/image9.png" Id="R723b50b5a7f343a6" /><Relationship Type="http://schemas.openxmlformats.org/officeDocument/2006/relationships/notesSlide" Target="/ppt/notesSlides/notesSlide2.xml" Id="R3d0f7a17939241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8a928bc6347da" /><Relationship Type="http://schemas.openxmlformats.org/officeDocument/2006/relationships/image" Target="/ppt/media/image.png" Id="Ra80ac2a234da4c62" /><Relationship Type="http://schemas.openxmlformats.org/officeDocument/2006/relationships/image" Target="/ppt/media/image2.png" Id="Rb73c43d4fbae40fe" /><Relationship Type="http://schemas.openxmlformats.org/officeDocument/2006/relationships/notesSlide" Target="/ppt/notesSlides/notesSlide3.xml" Id="R9b24d1da3e944f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7789cc02944e6" /><Relationship Type="http://schemas.openxmlformats.org/officeDocument/2006/relationships/image" Target="/ppt/media/image.png" Id="Ra0c76bb7925046b6" /><Relationship Type="http://schemas.openxmlformats.org/officeDocument/2006/relationships/image" Target="/ppt/media/image2.png" Id="Rd6fee0750288477b" /><Relationship Type="http://schemas.openxmlformats.org/officeDocument/2006/relationships/image" Target="/ppt/media/image10.png" Id="R79fb9bc70f154d10" /><Relationship Type="http://schemas.openxmlformats.org/officeDocument/2006/relationships/notesSlide" Target="/ppt/notesSlides/notesSlide4.xml" Id="R2ab73cc5e2b944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890b6f7244c54" /><Relationship Type="http://schemas.openxmlformats.org/officeDocument/2006/relationships/image" Target="/ppt/media/image.png" Id="R0a8822a2de85462b" /><Relationship Type="http://schemas.openxmlformats.org/officeDocument/2006/relationships/image" Target="/ppt/media/image2.png" Id="R361c3d0aaec349bb" /><Relationship Type="http://schemas.openxmlformats.org/officeDocument/2006/relationships/image" Target="/ppt/media/image2.jpeg" Id="R18c34e1351ab4a08" /><Relationship Type="http://schemas.openxmlformats.org/officeDocument/2006/relationships/notesSlide" Target="/ppt/notesSlides/notesSlide5.xml" Id="R2bb037cefc7340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6d48eed614f8e" /><Relationship Type="http://schemas.openxmlformats.org/officeDocument/2006/relationships/image" Target="/ppt/media/image.png" Id="R1525490b36704e65" /><Relationship Type="http://schemas.openxmlformats.org/officeDocument/2006/relationships/image" Target="/ppt/media/image2.png" Id="R64b88f26fc664d6c" /><Relationship Type="http://schemas.openxmlformats.org/officeDocument/2006/relationships/notesSlide" Target="/ppt/notesSlides/notesSlide6.xml" Id="Rd967f5c0740344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bddad176c4306" /><Relationship Type="http://schemas.openxmlformats.org/officeDocument/2006/relationships/image" Target="/ppt/media/image.png" Id="R0b8980f17d3b4d1f" /><Relationship Type="http://schemas.openxmlformats.org/officeDocument/2006/relationships/image" Target="/ppt/media/image2.png" Id="R521f50abd3214ea7" /><Relationship Type="http://schemas.openxmlformats.org/officeDocument/2006/relationships/image" Target="/ppt/media/image11.png" Id="Rf0f1c51c614c4508" /><Relationship Type="http://schemas.openxmlformats.org/officeDocument/2006/relationships/notesSlide" Target="/ppt/notesSlides/notesSlide7.xml" Id="Rb1f708f9e7d94e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dd50eac1f4215" /><Relationship Type="http://schemas.openxmlformats.org/officeDocument/2006/relationships/image" Target="/ppt/media/image.png" Id="R495f334704cc4504" /><Relationship Type="http://schemas.openxmlformats.org/officeDocument/2006/relationships/image" Target="/ppt/media/image2.png" Id="Rd670ce66e33d4cca" /><Relationship Type="http://schemas.openxmlformats.org/officeDocument/2006/relationships/notesSlide" Target="/ppt/notesSlides/notesSlide8.xml" Id="R3c98b53820b545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8208f694a4147" /><Relationship Type="http://schemas.openxmlformats.org/officeDocument/2006/relationships/image" Target="/ppt/media/image.png" Id="Rce1fef9aaca4419f" /><Relationship Type="http://schemas.openxmlformats.org/officeDocument/2006/relationships/image" Target="/ppt/media/image2.png" Id="Ree7c88f10e134e7c" /><Relationship Type="http://schemas.openxmlformats.org/officeDocument/2006/relationships/image" Target="/ppt/media/image12.png" Id="R1ab5dbd262ee4e7a" /><Relationship Type="http://schemas.openxmlformats.org/officeDocument/2006/relationships/notesSlide" Target="/ppt/notesSlides/notesSlide9.xml" Id="Rb0e197561e854f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4dfe1bec64f01" /><Relationship Type="http://schemas.openxmlformats.org/officeDocument/2006/relationships/image" Target="/ppt/media/image.png" Id="R271725b9483d4bd1" /><Relationship Type="http://schemas.openxmlformats.org/officeDocument/2006/relationships/image" Target="/ppt/media/image2.png" Id="R28374bdf5be84082" /><Relationship Type="http://schemas.openxmlformats.org/officeDocument/2006/relationships/notesSlide" Target="/ppt/notesSlides/notesSlide10.xml" Id="R55ff62707c614e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71c312d974917" /><Relationship Type="http://schemas.openxmlformats.org/officeDocument/2006/relationships/image" Target="/ppt/media/image.png" Id="R54335a91aa7e4486" /><Relationship Type="http://schemas.openxmlformats.org/officeDocument/2006/relationships/image" Target="/ppt/media/image2.png" Id="R3b351c31b5a442c8" /><Relationship Type="http://schemas.openxmlformats.org/officeDocument/2006/relationships/image" Target="/ppt/media/image13.png" Id="Rce14d786f7644d71" /><Relationship Type="http://schemas.openxmlformats.org/officeDocument/2006/relationships/notesSlide" Target="/ppt/notesSlides/notesSlide11.xml" Id="Rf19686e7a1354a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fe55590924cc2" /><Relationship Type="http://schemas.openxmlformats.org/officeDocument/2006/relationships/image" Target="/ppt/media/image.png" Id="Rb54a5e071c084f78" /><Relationship Type="http://schemas.openxmlformats.org/officeDocument/2006/relationships/image" Target="/ppt/media/image2.png" Id="Rec695a838eec4e31" /><Relationship Type="http://schemas.openxmlformats.org/officeDocument/2006/relationships/notesSlide" Target="/ppt/notesSlides/notesSlide12.xml" Id="R836161d0a36047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670f471844feb" /><Relationship Type="http://schemas.openxmlformats.org/officeDocument/2006/relationships/image" Target="/ppt/media/image.png" Id="R06232a613fc94858" /><Relationship Type="http://schemas.openxmlformats.org/officeDocument/2006/relationships/image" Target="/ppt/media/image2.png" Id="R0bb234f6d83641a6" /><Relationship Type="http://schemas.openxmlformats.org/officeDocument/2006/relationships/image" Target="/ppt/media/image14.png" Id="R8b81fbdc03424405" /><Relationship Type="http://schemas.openxmlformats.org/officeDocument/2006/relationships/notesSlide" Target="/ppt/notesSlides/notesSlide13.xml" Id="Rcffa8a7fe48049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a18a584e44536" /><Relationship Type="http://schemas.openxmlformats.org/officeDocument/2006/relationships/image" Target="/ppt/media/image.png" Id="Rdcf603d1811a412e" /><Relationship Type="http://schemas.openxmlformats.org/officeDocument/2006/relationships/image" Target="/ppt/media/image2.png" Id="Re37bd4991046469f" /><Relationship Type="http://schemas.openxmlformats.org/officeDocument/2006/relationships/notesSlide" Target="/ppt/notesSlides/notesSlide14.xml" Id="R8f01593b90174b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e09a9cca44e94" /><Relationship Type="http://schemas.openxmlformats.org/officeDocument/2006/relationships/image" Target="/ppt/media/image.png" Id="R657ff7e8feba464e" /><Relationship Type="http://schemas.openxmlformats.org/officeDocument/2006/relationships/image" Target="/ppt/media/image2.png" Id="R388a0a17c712468c" /><Relationship Type="http://schemas.openxmlformats.org/officeDocument/2006/relationships/image" Target="/ppt/media/image3.png" Id="R1a57407c918142b2" /><Relationship Type="http://schemas.openxmlformats.org/officeDocument/2006/relationships/image" Target="/ppt/media/image4.png" Id="Re01e1f1e6beb4829" /><Relationship Type="http://schemas.openxmlformats.org/officeDocument/2006/relationships/image" Target="/ppt/media/image5.png" Id="R6a2d75e6492a4fc9" /><Relationship Type="http://schemas.openxmlformats.org/officeDocument/2006/relationships/image" Target="/ppt/media/image6.png" Id="Rc9a7f5a165284196" /><Relationship Type="http://schemas.openxmlformats.org/officeDocument/2006/relationships/image" Target="/ppt/media/image7.png" Id="R2f974e698def4772" /><Relationship Type="http://schemas.openxmlformats.org/officeDocument/2006/relationships/image" Target="/ppt/media/image8.png" Id="R5dfaafa80dc241a4" /><Relationship Type="http://schemas.openxmlformats.org/officeDocument/2006/relationships/image" Target="/ppt/media/image9.png" Id="Rca321d97099c40d8" /><Relationship Type="http://schemas.openxmlformats.org/officeDocument/2006/relationships/image" Target="/ppt/media/image3.jpeg" Id="Reee82b98efb8415c" /><Relationship Type="http://schemas.openxmlformats.org/officeDocument/2006/relationships/notesSlide" Target="/ppt/notesSlides/notesSlide15.xml" Id="Rdc3518ea0f934c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524fa53204cfa" /><Relationship Type="http://schemas.openxmlformats.org/officeDocument/2006/relationships/image" Target="/ppt/media/image.png" Id="R68dccf6097a54e7e" /><Relationship Type="http://schemas.openxmlformats.org/officeDocument/2006/relationships/image" Target="/ppt/media/image2.png" Id="Rb3861c9bff67404f" /><Relationship Type="http://schemas.openxmlformats.org/officeDocument/2006/relationships/notesSlide" Target="/ppt/notesSlides/notesSlide16.xml" Id="Re43be23b60fa41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013db6fe54d08" /><Relationship Type="http://schemas.openxmlformats.org/officeDocument/2006/relationships/image" Target="/ppt/media/image.png" Id="R4b4549eb6e4c478d" /><Relationship Type="http://schemas.openxmlformats.org/officeDocument/2006/relationships/image" Target="/ppt/media/image2.png" Id="R6a8fe3ef4fe54910" /><Relationship Type="http://schemas.openxmlformats.org/officeDocument/2006/relationships/image" Target="/ppt/media/image15.png" Id="Rfc255d8512224396" /><Relationship Type="http://schemas.openxmlformats.org/officeDocument/2006/relationships/notesSlide" Target="/ppt/notesSlides/notesSlide17.xml" Id="R5b9d1fe105b348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676da0d364931" /><Relationship Type="http://schemas.openxmlformats.org/officeDocument/2006/relationships/image" Target="/ppt/media/image.png" Id="R5346a5cffcca4463" /><Relationship Type="http://schemas.openxmlformats.org/officeDocument/2006/relationships/image" Target="/ppt/media/image2.png" Id="Ra3a1f0265eb44294" /><Relationship Type="http://schemas.openxmlformats.org/officeDocument/2006/relationships/notesSlide" Target="/ppt/notesSlides/notesSlide18.xml" Id="Ree973a5fe234443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4c1ef59924e40" /><Relationship Type="http://schemas.openxmlformats.org/officeDocument/2006/relationships/image" Target="/ppt/media/image.png" Id="Rcce2bf0d8ef9436b" /><Relationship Type="http://schemas.openxmlformats.org/officeDocument/2006/relationships/image" Target="/ppt/media/image2.png" Id="R4e296cc15e154527" /><Relationship Type="http://schemas.openxmlformats.org/officeDocument/2006/relationships/image" Target="/ppt/media/image16.png" Id="Rb6a202d67ef74d98" /><Relationship Type="http://schemas.openxmlformats.org/officeDocument/2006/relationships/notesSlide" Target="/ppt/notesSlides/notesSlide19.xml" Id="Rc1e9b30199cf428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b82be601b4f53" /><Relationship Type="http://schemas.openxmlformats.org/officeDocument/2006/relationships/image" Target="/ppt/media/image.png" Id="R2c40ed182c9b4036" /><Relationship Type="http://schemas.openxmlformats.org/officeDocument/2006/relationships/image" Target="/ppt/media/image2.png" Id="R0dd56c9a17944f05" /><Relationship Type="http://schemas.openxmlformats.org/officeDocument/2006/relationships/notesSlide" Target="/ppt/notesSlides/notesSlide20.xml" Id="R66580e7170ca48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e18310b984199" /><Relationship Type="http://schemas.openxmlformats.org/officeDocument/2006/relationships/image" Target="/ppt/media/image.png" Id="Re9fcf7b6ec244034" /><Relationship Type="http://schemas.openxmlformats.org/officeDocument/2006/relationships/image" Target="/ppt/media/image2.png" Id="R877a9c7cbcb54b43" /><Relationship Type="http://schemas.openxmlformats.org/officeDocument/2006/relationships/image" Target="/ppt/media/image17.png" Id="Re83f315cdef84111" /><Relationship Type="http://schemas.openxmlformats.org/officeDocument/2006/relationships/notesSlide" Target="/ppt/notesSlides/notesSlide21.xml" Id="Re9b63c9788d64b2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244bb9f67492a" /><Relationship Type="http://schemas.openxmlformats.org/officeDocument/2006/relationships/image" Target="/ppt/media/image.png" Id="R1cf66de13e72439c" /><Relationship Type="http://schemas.openxmlformats.org/officeDocument/2006/relationships/image" Target="/ppt/media/image2.png" Id="R8189440210cf4d36" /><Relationship Type="http://schemas.openxmlformats.org/officeDocument/2006/relationships/image" Target="/ppt/media/image18.png" Id="R3c56cb94734b42de" /><Relationship Type="http://schemas.openxmlformats.org/officeDocument/2006/relationships/notesSlide" Target="/ppt/notesSlides/notesSlide22.xml" Id="R6edd982965144375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f2a382042d3434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eb3fc00394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2411b51c34a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B6B23D76-9B48-4195-9A17-2ED95186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PRAKTIKUM 7   |   100 MENIT</a:t>
            </a:r>
            <a:endParaRPr sz="14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F11A6DB6-2DA7-48E1-B20C-569CD82B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RLS &amp; SUPABASE</a:t>
            </a:r>
            <a:endParaRPr sz="54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8F07931E-B9CB-4B38-896D-D8416F6B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POSTGRES + AUTH + PGVECTOR</a:t>
            </a:r>
            <a:endParaRPr sz="26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AB198E9-C08C-4DEF-B3AD-1BAB5D6B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Isolasi catatan dua staf pada satu database; uji lokal dahulu</a:t>
            </a:r>
            <a:endParaRPr sz="1600"/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BF88D351-32B6-4C64-8C0A-9FDEE207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006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7F086DE-2F15-4907-8ED5-449D0D42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776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7  |  SUPABASE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35E1308-7A2D-4637-A8BB-08AD7E2D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07E09BE-6F92-4C59-81C5-09B89AA4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014495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9554F6-F24D-490F-96DC-223D037E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80C548-380D-47FD-A406-D43B5B2C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13BFFE0-2BB7-4579-8927-EE45139E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50226b21b49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8b01a6b7e4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A870893-B18C-4383-B70E-0550B311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D2CD31B-10A6-4765-9AD4-069F9735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Alur praktik Lab 07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9B9D50B-63FD-4855-9FBB-1D6273E9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Jalur inti berjalan di PostgreSQL lokal; Supabase cloud perlu akun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917734B-4ECD-43EE-9C4B-CF7E7855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0CFE143-457E-41EB-B3D2-3BEFB654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 INTI</a:t>
            </a:r>
          </a:p>
          <a:p xmlns:a="http://schemas.openxmlformats.org/drawingml/2006/main">
            <a:pPr marL="0" indent="0">
              <a:buNone/>
            </a:pPr>
            <a:endParaRPr sz="1100" b="1" kern="0" spc="300">
              <a:solidFill>
                <a:srgbClr val="F3702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Kode yang tersedia</a:t>
            </a:r>
            <a:endParaRPr sz="1100"/>
          </a:p>
        </p:txBody>
      </p:sp>
      <p:pic>
        <p:nvPicPr>
          <p:cNvPr id="5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88841176a4c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CF0AA3A9-C69A-4077-BA95-04DFEA5D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Jalankan pgvector dan Adminer lokal</a:t>
            </a:r>
            <a:endParaRPr sz="1600"/>
          </a:p>
        </p:txBody>
      </p:sp>
      <p:pic>
        <p:nvPicPr>
          <p:cNvPr id="5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0bf70ef93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B9508059-BF63-40B4-93FC-CA70B36E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Baca role dan policy owner_name</a:t>
            </a:r>
            <a:endParaRPr sz="1600"/>
          </a:p>
        </p:txBody>
      </p:sp>
      <p:pic>
        <p:nvPicPr>
          <p:cNvPr id="5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21cce14e74d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BBCAD799-67CE-444F-AB2A-6CCA145E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Uji Alice hanya melihat miliknya</a:t>
            </a:r>
            <a:endParaRPr sz="1600"/>
          </a:p>
        </p:txBody>
      </p:sp>
      <p:pic>
        <p:nvPicPr>
          <p:cNvPr id="5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064ec561043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E644F84D-743A-4098-A0E7-5A7BC5DA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Uji Bob hanya melihat miliknya</a:t>
            </a:r>
            <a:endParaRPr sz="1600"/>
          </a:p>
        </p:txBody>
      </p:sp>
      <p:pic>
        <p:nvPicPr>
          <p:cNvPr id="5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0c71bf7404a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3DAA2C42-5D74-43A5-B27D-DDBCBAE4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Buktikan INSERT silang ditolak</a:t>
            </a:r>
            <a:endParaRPr sz="1600"/>
          </a:p>
        </p:txBody>
      </p:sp>
      <p:pic>
        <p:nvPicPr>
          <p:cNvPr id="6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6245313e74a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0D6A9C3D-BC6D-418F-9260-50B94523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Urutkan jarak tiga vektor contoh</a:t>
            </a:r>
            <a:endParaRPr sz="1600"/>
          </a:p>
        </p:txBody>
      </p:sp>
      <p:pic>
        <p:nvPicPr>
          <p:cNvPr id="62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b50b5a7f343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229D25A3-7B02-4F40-BE0D-9201C9C8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10 cek otomatis dan Git aman</a:t>
            </a:r>
            <a:endParaRPr sz="1600"/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DF326B8-0078-4C38-A02A-10F35FD8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105BFE8E-7D96-457B-A34F-8C1A61BF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YANG DIKUMPULKAN</a:t>
            </a:r>
          </a:p>
          <a:p xmlns:a="http://schemas.openxmlformats.org/drawingml/2006/main">
            <a:pPr marL="0" indent="0">
              <a:buNone/>
            </a:pPr>
            <a:endParaRPr sz="1100" b="1" kern="0" spc="300">
              <a:solidFill>
                <a:srgbClr val="F3702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Hasil mesin sendiri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D2171D85-F7DE-412E-BE56-B0EC2C94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Policy RLS dan hasil dua role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Penolakan akses lintas pemilik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Urutan jarak pgvector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Checker 10 PASS dan commit aman</a:t>
            </a:r>
            <a:endParaRPr sz="17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B0765D6E-8F8A-4AE4-9A71-49B529E5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50B9B4FC-47B7-4B61-A6BE-08BC8048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Ikuti modul mahasiswa untuk perintah lengkap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84590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7648CBD-073C-42B4-9F76-CB47E384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3D7AB63-5FDE-4D29-99D0-F811AB2A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0479932-0DD5-47A9-AEA3-99F1059C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ac2a234da4c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c43d4fbae40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EED1721-6224-4E01-B9D7-53AAFB16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38E2227-6132-4CAA-96CB-C1D3F8CA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1 | Hidupkan database mandiri Lab 07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743B103-0EA9-4B89-864B-FA135DD3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PowerShell dari root repo Lab 07, tanpa prasyarat Lab 06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5187326-9D43-4987-846F-6B5B73E9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878CE44D-C328-4442-BA1D-6CB9AC3D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C7DDCAC-11B5-4D52-B02D-439BF1D4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EE21492-377B-46C1-A8BE-207E0091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C033DC3-1B68-40D3-90EE-6799935D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881A8D8D-202E-476D-BF36-254D1C08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Perintah dan fungsi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FD3A2D7-2D4F-4EF6-9507-196ECE44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Copy-Item .\secrets\db_password.example.txt `
  .\secrets\db_password.txt
# File lokal diabaikan Git; ubah nilainya untuk proyek nyata.
docker compose --profile debug up -d --wait
# --wait menunggu db healthy; debug menyalakan Adminer.
docker compose ps
# db memakai network internal; Adminer pada host 8087.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120824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56CFA6C-72A5-435E-8313-8A653127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301A7BE-8332-442A-A78F-3A555F16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E94E6E2-EE66-4A01-87D1-02BC43E0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76bb7925046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ee075028847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32921FA-6E0E-4748-A001-0FA74647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DA8160E-0EB0-4765-8F6F-0C8B19E0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1 | Database dan Adminer siap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8B909EE-EDB4-4CA7-9F95-E160B32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Hasil docker compose --profile debug up -d --wait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04F3674-9A78-40D7-A5CE-F5949C2D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BF80F45-6EFC-4FBC-9A76-28DC70C2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PERINTAH: compose up -d --wait; ps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4EFA570C-14FE-43F6-8B28-B6A1356B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4A18D860-20BF-4242-9B6B-BB25C5AE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56972456-3347-4554-BDF4-35C522E6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059AB1D2-B982-4FB8-AEFB-3FF1AFFF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3550EFFE-4A24-4CD4-8E98-0CA52F69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AC370EFE-E61F-4D50-AF5A-6182C591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C32FA545-82A4-4A63-ADFF-3815873E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6EDA3A1C-B296-45EA-BE1C-D06526A3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E01ECD91-89BA-4512-8B75-1B8D5D6D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1DA3E0B8-A93D-43BC-AAF3-B320395B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pic>
        <p:nvPicPr>
          <p:cNvPr id="54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b9bc70f154d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2111099"/>
            <a:ext cx="10927080" cy="3531914"/>
          </a:xfrm>
          <a:prstGeom xmlns:a="http://schemas.openxmlformats.org/drawingml/2006/main" prst="rect">
            <a:avLst/>
          </a:prstGeom>
        </p:spPr>
      </p:pic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D46E3159-7B11-48DD-A13F-C59F178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41848"/>
            <a:ext cx="10927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B591EC29-4515-4959-80FE-3AC633E1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41848"/>
            <a:ext cx="10927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Fungsi: nyalakan DB/Adminer; Compose tunggu healthcheck. Hasil: DB sehat, web di 8087.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080091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806639-B765-4109-837F-59F7BE9A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0591E4E-6014-4143-808E-897C569B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2BBB0CA-73B1-4191-82D3-45300713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822a2de8546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c3d0aaec349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EEE2FD7-C479-4F93-92EF-6FBFAF81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6F967A0-1054-4BFC-BCC2-66A50FB4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1b | Lihat container di Docker Desktop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7C164BD-C302-47E3-957C-6FDA44C0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Tampilan mesin lokal setelah docker compose --profile debug up -d --wait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6769A97-F5F9-4533-8BFE-F006B850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C88EF2F-B245-4D0A-A437-F4106046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AKSI: Docker Desktop &gt; Containers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1B505B4D-265F-4479-B31C-425F3301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00D5B661-5F35-4DB1-A5A7-83994CFE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1611718A-F6F8-4563-B3D1-5985AB5B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BCB3248A-1454-476C-BDF4-AC7AAC5C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7F4FCE0E-40DC-4449-9E4C-27DE745E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BBF6666F-8D0E-4D58-9462-47C5FCA7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EBA73749-A72C-44BA-A678-54E029B6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CB0C5610-DC08-407E-A399-9E903ADA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B105283D-2885-4439-8F97-6CB6FFF0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92FB68E9-C5F7-49CA-9812-3C424774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pic>
        <p:nvPicPr>
          <p:cNvPr id="54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34e1351ab4a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27450" y="2093976"/>
            <a:ext cx="6552340" cy="3566160"/>
          </a:xfrm>
          <a:prstGeom xmlns:a="http://schemas.openxmlformats.org/drawingml/2006/main" prst="rect">
            <a:avLst/>
          </a:prstGeom>
        </p:spPr>
      </p:pic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C33AB45D-30EF-4C2B-8DAB-71ADA868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41848"/>
            <a:ext cx="10927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8405437C-224C-4E85-BF8B-CF850066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41848"/>
            <a:ext cx="10927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Fungsi: cek layanan; UI baca status Docker. Hasil: db-1 dan adminer-1 aktif.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5798761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3D21655-A355-4455-84D7-48C51F79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7102199-65C3-43BF-AB37-1F830675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CE6150A-8C58-4889-9C11-1C72B986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5490b36704e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88f26fc664d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F9D2880-028F-40C5-8DE3-4B6DB926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A290C05-9009-4FEC-ACA3-B5DD5CBD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2 | Pasang role, tabel, dan policy RLS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9568925-0069-4A37-A219-0BD212D7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local-rls-demo.sql adalah kunci setup yang dapat diulang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23BDE26-34A1-451A-A0C9-53F7B88B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25272979-C613-4176-8AA6-6ECF9867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BD567417-6B25-4051-A0E1-F5330F8B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211501D-6A89-4F19-9669-183C4984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4EA39504-604F-4280-8EDF-2D581128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CBD977C7-C67B-4A64-AE60-AD202240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PowerShell dan inti SQL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242DED7F-B813-40D2-BAD3-70ACBC44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Get-Content -Raw .\local-rls-demo.sql |
  docker compose exec -T db psql `
    -v ON_ERROR_STOP=1 -U labadmin -d lab07
ALTER TABLE rls_demo ENABLE ROW LEVEL SECURITY;
CREATE POLICY rls_demo_owner ON rls_demo
  FOR ALL TO lab_alice, lab_bob
  USING (owner_name = current_user)
  WITH CHECK (owner_name = current_user);
# USING menyaring baca/update; WITH CHECK membatasi tulis.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7708850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78B2BFB-A6DE-4467-A562-361A2043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FD8E60-9657-4E5D-AA7A-B7EDAA4C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C2DA320-F129-4693-8C16-D6CDE5CF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980f17d3b4d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f50abd3214e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F941707-446A-49B2-B319-ED491119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11C5874-B4DB-4612-9B61-0311BF10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2 | Policy membatasi pemilik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D0EC52E-FB36-474E-AB85-73A01194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Query pg_policies menampilkan USING dan WITH CHECK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ABB98E8-73F4-4496-B3E1-49C0AFA9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47E6F8A-6FE9-4DD0-9405-F727C12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PERINTAH: query pg_policies di psql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34144A35-983D-4D0D-8E61-8C7AF1E2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9BF27F1C-7C5E-4FBE-93B1-05D8BB33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0A41A815-8E3A-410C-BB75-333A6A14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682DF210-7161-4619-9B34-6B5036D6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6DBD81AA-80CD-4AC1-9A9E-334FAA15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5C19E167-7611-4809-8197-D1F1B128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3FD676F2-95C3-4B63-AEFC-0203063E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FC7B868E-BAD2-43D8-857D-449EE74D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2C6DEE8F-1BC6-4120-8A61-BD534D06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7564C28F-C723-44F2-A995-FFC033D2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pic>
        <p:nvPicPr>
          <p:cNvPr id="54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1c51c614c4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2622204"/>
            <a:ext cx="10927080" cy="2509704"/>
          </a:xfrm>
          <a:prstGeom xmlns:a="http://schemas.openxmlformats.org/drawingml/2006/main" prst="rect">
            <a:avLst/>
          </a:prstGeom>
        </p:spPr>
      </p:pic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CD66B4E2-A87E-4CFF-B726-197036BA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41848"/>
            <a:ext cx="10927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3F440E7-176D-40BF-B8F1-8124EEE0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41848"/>
            <a:ext cx="10927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Fungsi: baca RLS; PostgreSQL tampilkan USING/WITH CHECK untuk owner_name.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0742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2EBE06B-A7F3-4B83-8837-69BD6627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8353FA4-166F-4011-A0E6-93D9C44E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A1C19ED-371C-4647-A84D-FDD4D8AB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f334704cc45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0ce66e33d4c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80E9B2A-DC07-44AF-AE98-7DCBE9F7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D1E6DB8-5F69-4DE2-844C-1D8B571C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3 | Baca sebagai Alice dan Bob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90A1B5E-A851-40EE-9121-27230D46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Uji memakai SET ROLE; pemilik tabel bisa melewati RLS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0531167-05D0-452D-B59E-853AECDB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3F19F99-4B5A-4CB7-AE77-40A264F2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2FF6EF61-A8A3-4F7B-8231-23239C9C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814502E-48F6-4179-AD10-EA7341A7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CBBBC34-44CC-44BF-A9EE-53BC5CF1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1E7CEDB-F741-4CB9-9C58-3CF06C8D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Isi kunci pada local-rls-demo.sql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0BEBD41-CE57-4048-810C-F72C0DE1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SET ROLE lab_alice;
INSERT INTO rls_demo (owner_name, note)
  VALUES ('lab_alice', 'Catatan Alice');
SELECT current_user AS viewer, owner_name, note
  FROM rls_demo;
RESET ROLE;
SET ROLE lab_bob;
INSERT INTO rls_demo (owner_name, note)
  VALUES ('lab_bob', 'Catatan Bob');
SELECT current_user AS viewer, owner_name, note
  FROM rls_demo;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5685872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0311C6C-EFC2-4D76-A67A-925F6766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0C34021-5ADE-464C-A301-B1F2E68C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14A5898-BB61-445B-8CC6-5CECD781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fef9aaca441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c88f10e134e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2C49CC4-F63F-4804-A535-24461C35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FDC0F77-C1C4-438B-B4EE-43FD1E0C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3 | Dua identitas terisolasi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BB83F22-E65F-4877-8346-8A28239E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SET ROLE mengganti identitas database pada query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055A13BB-9CF4-4A2D-BDAF-BF3B82F4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844CF6D-B9DB-4225-9C72-F7B9A39D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PERINTAH: SET ROLE lalu SELECT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E645DE22-2785-4C9A-97D7-622B77C2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0ED3850D-A5DD-4077-B613-7BAB002D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B0529350-BF93-4B4A-BC61-84185B60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1CB35B31-3F08-4DB7-B6F0-8B52C4B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FC9AD123-3C68-4FD0-B0EB-1CDA1A75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9D0047B1-2AE7-4EFC-BDC7-7B0D0A26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9B12354D-5FF3-41D6-B430-1A856B83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982C83E3-7042-49DE-A132-7D7D88E6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AF1EC6F8-9229-4239-977B-EBEF760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ABC07399-7765-4FB3-9AE0-E64FB7A3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pic>
        <p:nvPicPr>
          <p:cNvPr id="54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5dbd262ee4e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3324" y="2093976"/>
            <a:ext cx="9400592" cy="3566160"/>
          </a:xfrm>
          <a:prstGeom xmlns:a="http://schemas.openxmlformats.org/drawingml/2006/main" prst="rect">
            <a:avLst/>
          </a:prstGeom>
        </p:spPr>
      </p:pic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08C516E8-654F-4740-A24D-78125065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41848"/>
            <a:ext cx="10927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22E5DFB7-5D1E-4157-9F63-080415A6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41848"/>
            <a:ext cx="10927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Fungsi: uji isolasi; RLS saring menurut current_user. Tiap staf lihat miliknya.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722214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7521259-48CC-4799-BA09-1878162D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938CE3-3A99-4728-8BBE-750BD3C9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8FA1F32-2EC7-46BF-ABDB-73577C6E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725b9483d4b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74bdf5be840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C93C8F3-F2B2-409F-9266-569D8C53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F285523-0A6B-4003-A3E1-ABEF207E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4 | Kunci uji INSERT silang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019948B-5753-4270-825E-1718D663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Kegagalan izin adalah bukti keamanan yang diharapkan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248A84CD-FE91-4A87-AF3E-28AC4C29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CDFF3D3-3876-4916-852A-4BAE13DE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880E0B2-B7FB-41BD-9F4C-D62659F8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64141D1-4F38-4D71-8FA9-8FADF6BA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FA530CB-7280-43F6-BC46-1E7C584F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AF04791-FB60-4672-837F-A4FF5BB3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SQL dan hasil yang diharapkan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3CB0F89B-854F-4FE0-A17E-4E079594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SET ROLE lab_bob;
INSERT INTO rls_demo (owner_name, note)
VALUES ('lab_alice', 'uji lintas pemilik');
-- Bob mencoba menulis baris milik Alice.
-- WITH CHECK menolak owner_name berbeda.
-- Hasil: new row violates row-level security policy.
-- Jumlah baris demo tetap dua.
RESET ROLE;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4883460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E70005A-3C26-46B2-B6AA-6AB48DCD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30CC68-7F87-46E5-9311-D3D28017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5F62F81-73E7-421E-A234-9C1A1ACD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35a91aa7e4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51c31b5a442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4F9219B-10B1-41FB-AF41-A68A5439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B9BF7A6-56AD-4765-A4B9-1F165F4F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4 | Tulis lintas pemilik ditolak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431819E-BE1F-49CC-9F61-537CFA53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Error SQL ini adalah hasil lulus, bukan crash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E1475E5-F09B-4C4D-9000-E97A3F67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FE95B2A-DEC7-4CDB-8D0D-AF084D69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PERINTAH: INSERT sebagai Bob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22C64BC2-23EA-4101-AC3B-A651A7A4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C2C4A724-5DC4-4529-B20F-B99866A1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1B03E513-C59B-4E87-B411-FB4DEB32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A045AEE4-3AC1-432B-9500-8D731670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C03FF5FE-680D-4719-A055-950E0EA2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1DC53C87-5D74-4052-B71F-72F24202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A4A42F8C-2B59-4C89-89D0-2D216F3F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FF713171-510D-4E6D-9750-6762A79B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2669AC2F-77E1-4597-A841-7EE57C69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F41CA138-5F2D-4D49-A881-6009BBCA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pic>
        <p:nvPicPr>
          <p:cNvPr id="54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4d786f7644d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2724425"/>
            <a:ext cx="10927080" cy="2305261"/>
          </a:xfrm>
          <a:prstGeom xmlns:a="http://schemas.openxmlformats.org/drawingml/2006/main" prst="rect">
            <a:avLst/>
          </a:prstGeom>
        </p:spPr>
      </p:pic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756BA389-5B81-44F3-8613-50BD2DEE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41848"/>
            <a:ext cx="10927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C1A32F9-B8E0-4AF8-87F6-8F8E00B9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41848"/>
            <a:ext cx="10927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Fungsi: uji WITH CHECK; owner=Alice ditolak. Exit 1 adalah hasil benar.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5200243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3261567-AD07-4C31-AD74-631183B5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A5690C-38B3-4829-9B8B-065C6B50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5B8D723-8719-457F-8806-63806CA3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a5e071c084f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95a838eec4e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4161E84-9F86-4454-8226-D44036E4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B37E6FB-4892-4B11-BA94-6178602F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5 | Kunci jarak vektor lokal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7B4C27F-7C06-40B8-85E3-B89EE5E3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Data tiga dimensi untuk memahami &lt;-&gt;, bukan embedding produksi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35D9209-5139-4847-8DC5-130FFD2F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E9D6725-5DB4-46DF-9A26-A241E985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B90BA0F4-BDAE-447F-98CB-D1DEBBAB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53C348AB-7138-454B-AF17-8E1356E4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09351A2-6727-4667-9ADC-C9C87B09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9C607A9-0A40-41EE-9EE2-776DD4EC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PowerShell dan SQL inti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B4056780-F82B-47CE-B2E4-E83D7E17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Get-Content -Raw .\vector-local-demo.sql |
  docker compose exec -T db psql `
    -v ON_ERROR_STOP=1 -U labadmin -d lab07
CREATE EXTENSION IF NOT EXISTS vector;
-- Tiga vektor: Docker, Container, Database.
SELECT judul,
  round((embedding &lt;-&gt; '[1,0,0]')::numeric, 3)
    AS jarak
FROM lab_embeddings
ORDER BY embedding &lt;-&gt; '[1,0,0]';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9806144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075707C-F1B4-4FDD-B255-0972DD99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59FD109-4D74-4BBA-8851-7B04D3EC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9EC8E8C-5C7C-410F-873A-1EE8CF42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32a613fc94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234f6d83641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48249E4-BFB3-4999-90BC-787CC8E7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40BAAFE-8F75-40EC-AEB4-F11B5C91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5 | Urutan tetangga vektor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2DA6A9C-1D17-498A-9532-3B4CAB34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Operator &lt;-&gt; menghitung jarak Euclidean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0B76FA2-A19E-4EE5-BA6F-73E8DF43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BCAEA9B9-D689-4A0A-8E51-3C00BCB9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PERINTAH: ORDER BY embedding &lt;-&gt;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14B53A68-2FE3-4A0E-B884-300590F9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6C76F2A2-96AF-4A4E-AE47-732A4391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F9FD1990-3857-4DDB-A589-50CC22CC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0AC26C20-6891-4607-BEB4-6C384070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4A70F704-5B1A-46AC-9B0D-95709F15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53C79E09-D203-4D5F-85A7-0B0C346D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44E26EBE-9266-4BCF-9710-79524F68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514AF150-4CEC-41C4-A6DE-8129B63A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9CF84257-1F2D-4D68-ACBA-9B394330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50175EBF-956F-4EC1-936E-AB679209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pic>
        <p:nvPicPr>
          <p:cNvPr id="54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1fbdc034244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2417762"/>
            <a:ext cx="10927080" cy="2918588"/>
          </a:xfrm>
          <a:prstGeom xmlns:a="http://schemas.openxmlformats.org/drawingml/2006/main" prst="rect">
            <a:avLst/>
          </a:prstGeom>
        </p:spPr>
      </p:pic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B61B917B-69BE-4F5D-8C4B-0B7C4C93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41848"/>
            <a:ext cx="10927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79BD037B-C2A6-4865-8304-9F1CEAF2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41848"/>
            <a:ext cx="10927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Fungsi: cari vektor dekat; PostgreSQL hitung jarak. Docker paling dekat.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852390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7653D84-933F-4916-AEAB-FC259067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3DCBCD7-8AE6-4C7D-B6FF-AF1A77DD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8E8D75E-3C06-4A19-B1AA-BE02D441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603d1811a41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bd499104646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81F5229-FA02-48EE-A986-E5F64067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A220048-F105-4DE9-913A-EDCEFED2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6 | Lihat web Adminer tanpa salah baca RLS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CB9DF74-64A5-40A3-A2E7-BEC7BDB6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Login labadmin adalah owner; uji RLS tetap memakai SET ROLE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C32414C-7A89-4216-A79C-C70BD905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5A93E1BF-C70E-45BE-A274-EE616B3F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0E1222F-C172-41F6-8D00-BA3D15AA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66C33B5F-8815-4681-AE1D-7B9F41BB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01F8B1BB-77AE-4C34-9DA5-E66D0A42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7BB16CD-A581-4524-A8E0-CCB681B1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Langkah browser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C68E4092-D075-44FA-868E-F42881F9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docker compose --profile debug up -d adminer
# Buka http://127.0.0.1:8087/
# System: PostgreSQL
# Server: db
# User: labadmin
# Database: lab07
# Password: baca file lokal, jangan ketik di slide.
# Tabel rls_demo menampilkan dua baris kepada owner.
# Output Alice/Bob yang terbatas ada di slide sebelumnya.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6090327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441330F-D671-4DD6-9549-43A1D964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EA4A771-4495-48DD-880A-02D2F1D0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0BDA4D6-1C21-453F-BFC2-C1800FA7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ff7e8feba46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a0a17c71246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3F1B312-F14C-4B8E-8B1C-419D91CD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E0298C6-0953-4411-82DC-7823A29A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6 | Adminer dan dua catatan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ED6F24B-027E-402D-9161-BB366458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 database owner melihat seluruh tabel demo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25398EA-D39D-42AD-BC83-9D006CE5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B36C8360-E399-4782-888F-1FDD3CC1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7407c918142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39FE8CE0-E1F4-4AE5-9093-8F1CCD8A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Aksi: buka Adminer localhost:8087.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e1f1e6beb48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C0A4F67-396A-423D-B076-669CB0D7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inspeksi tabel rls_demo.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d75e6492a4f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9AA0CFB6-7835-4DCA-B493-BD4A4DC5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login sebagai owner labadmin.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7f5a1652841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95FE207C-AEA3-4974-8AD8-DF3A765D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Ini tampilan role owner labadmin.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74e698def47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1A216A65-F6AA-462F-A67E-5B894D9F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Owner bisa melewati RLS default.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aafa80dc241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E1B9391E-5E9B-40B5-83E2-81370E02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Isolasi dibuktikan lewat SET ROLE.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21d97099c40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E0F8D171-1D01-48E7-B1FA-3D7A7970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Jangan tampilkan password saat demo.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65A53BCB-2EF7-4DB0-A58E-2404ED2C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2EFA9049-DD51-472E-8C4B-BF9B5BC1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69401EC1-C704-473C-BB0E-260271EC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42159C1A-8B7D-4282-831A-3D26BF6B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05F6B241-DD34-492E-8E76-4574C9BF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 memperlihatkan data; role uji tetap terpisah.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82b98efb841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088" y="2374162"/>
            <a:ext cx="5084064" cy="24571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022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49A49A7-45A6-4FB5-B7B0-A63F3DE6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11743CF-1473-4716-962D-D42D420F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B1ED27D-DC66-4E06-AA1B-BB225C47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ccf6097a54e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61c9bff6740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2080A74-B1D1-4C32-98AF-6FA7898B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BA296A7-CDA9-4D73-9DEB-2B95FF74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7 | Jalankan checker seluruh challenge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773DE9D-9792-410A-8D8F-02C4F223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PowerShell dan Bash menguji keamanan serta pgvector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EDA0ED8-AC58-46FC-BFE7-EB5EE6A6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1D5C4AD1-1270-4EF7-BA04-313C914F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0FEE08A6-300A-46CF-A783-45BAAF87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00F3A76F-F4E8-4B24-8A7E-C1A0EFE3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0ADE073D-D616-4354-A0FC-3D9D6B36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FA76256-8853-4E98-A256-DB98BA5C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Perintah dan cakupan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F3A85E2-FD12-45B2-8E85-49EC394F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&amp; .\tests\challenge.ps1
# Bash/WSL/Codespaces: bash tests/challenge.sh
# 10 cek: PostgreSQL, dua role, RLS aktif,
# hasil Alice/Bob, larangan baca/tulis silang,
# jumlah baris, extension vector, dan tetangga.
# PASS INSERT ditolak berarti kontrol bekerja.
# Jika FAIL, cek docker compose ps dan SQL.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5180273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52032EC-45D1-42D8-B437-45D89BDE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A237F56-F1D6-4CA7-92AB-A6616C2D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4CE57EE-1786-4ADE-B68C-C23A2D7C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549eb6e4c47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fe3ef4fe549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4EE0676-3F25-42A1-A6F8-6A6F7D5D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4875F15-4579-41F8-AB87-F064BEAA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7 | 10 PASS, 0 FAIL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BEE2800-81EB-4E55-AB1B-9AE765A5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Checker membaca keadaan database dan hasil penolakan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B410A62-0FBC-4966-BA5A-DE27BC46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03F5B76-79AD-486E-B825-1115E9DA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PERINTAH: .\tests\challenge.ps1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85F750A3-C75F-4756-A6C1-5CA473AC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F9A50A4C-F8C5-4AE4-9B61-A5C9C980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60909B8-7BBB-4BD5-BD10-EF8F3489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95DB0A54-2AF5-4283-B861-07318DC2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64F0675C-0C95-4E2E-8BDB-B0B16D34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DAB332C1-9586-4E25-8022-44BA2BDE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6F274D9A-FCEC-4C5F-9988-0C117019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F7E318C-8656-4B62-948F-179D9682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7A2832CF-7B20-40EB-9FE0-10B27389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2123D1FA-1E4C-49E8-9C28-311DA7D1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pic>
        <p:nvPicPr>
          <p:cNvPr id="54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55d85122243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9480" y="2093976"/>
            <a:ext cx="9888279" cy="3566160"/>
          </a:xfrm>
          <a:prstGeom xmlns:a="http://schemas.openxmlformats.org/drawingml/2006/main" prst="rect">
            <a:avLst/>
          </a:prstGeom>
        </p:spPr>
      </p:pic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FDAF89EF-A877-4558-B4A5-963A843B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41848"/>
            <a:ext cx="10927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4763141-07A1-4876-81B1-660C57E5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41848"/>
            <a:ext cx="10927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Fungsi: uji RLS/vektor; skrip query DB dan penolakan. Hasil: 10 PASS.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297006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0CEFEAE-99DD-4BED-B5F8-9FAAF9C5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09CEC8-8107-4F1D-8F3A-435E7309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14BA19E-378D-4AD4-8A6D-6D336C83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6a5cffcca4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1f0265eb442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B444636-88BA-4998-94F6-5F6DD266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22A592B-B975-45DE-BB38-A0A50319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8 | Jalur Supabase bila akun tersedia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14AEA3E-6A1B-405C-9CE9-E8AA649A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Auth JWT berbeda dari SET ROLE pada demo lokal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8C92B5E-05A3-49EC-B32A-41A95896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6AF945F2-28AC-4FFD-A34D-8B8ADBB5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DB47C608-1152-4F08-BCC6-A8A117FD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EBB306C-5F73-408E-9979-7660B5BF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F217B0A2-94A6-4E2D-801F-4B9C49C4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C723CA11-5AE1-47BD-AB97-DFF3DA36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Langkah cloud opsional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34894394-041C-48F3-9F9E-42E5F8F1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-- Di SQL Editor project milik sendiri:
-- jalankan schema.sql untuk tabel notes.
-- policy membandingkan auth.uid() dengan user_id.
-- vector-setup.sql mengaktifkan pgvector.
# Di .env lokal: URL + publishable key.
# Jalankan client-demo.mjs --signup.
# Coba dua akun, bandingkan daftar notes.
# Storage bucket private, policy objek diperlukan.
# Jangan masukkan service-role key ke browser/Git.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18646628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E48EB3-67FD-4486-9298-BDC7D1AE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97C0BE-4F99-4BB8-8EF5-A8E886FC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2C1ACB6-0740-43F0-9045-D3E49013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2bf0d8ef943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96cc15e154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C0DCCFB-DD5B-4BB3-9A4E-C0A67A12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8C397AF-BCAE-4B92-B433-52CDC3F2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8 | Source jalur Supabase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D0F94A8-EAAF-43C2-BE43-9E80E5AF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Persiapan SQL cloud, belum eksekusi proyek peserta</a:t>
            </a:r>
            <a:endParaRPr sz="1200"/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202d67ef74d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4963" y="1463040"/>
            <a:ext cx="9597314" cy="43434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DECD666-340D-4192-81D8-D1397005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>
                <a:solidFill>
                  <a:srgbClr val="0F336F"/>
                </a:solidFill>
                <a:latin typeface="Arial"/>
                <a:ea typeface="Arial"/>
                <a:cs typeface="Arial"/>
              </a:defRPr>
            </a:pPr>
            <a:r>
              <a:t>Perintah: rg -n pada schema.sql. Fungsi: kenali policy cloud.</a:t>
            </a:r>
            <a:br/>
            <a:r>
              <a:t>Cara kerja: hanya membaca source; hasil: auth.users/auth.uid(), belum dieksekusi di cloud.</a:t>
            </a:r>
          </a:p>
        </p:txBody>
      </p:sp>
    </p:spTree>
    <p:extLst>
      <p:ext uri="{BB962C8B-B14F-4D97-AF65-F5344CB8AC3E}">
        <p14:creationId xmlns:p14="http://schemas.microsoft.com/office/powerpoint/2010/main" val="14641628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FE28DB4-30AF-4EFD-A1B3-8FB2CD41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5E513F5-F621-44B3-8401-708ADD23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069ABDE-46CD-4687-8289-A2E71C7C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0ed182c9b4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56c9a17944f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25B19A1-0817-4810-B286-7DE809B8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47CDC53-2428-4C87-AD49-9FA4B8CE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9 | Bersihkan container dan push source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570B47C-2BA8-400D-A747-453598AD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Volume latihan disimpan bila ingin mengulang tanpa setup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2E9B5EE-C6C6-4342-9749-8C1D43BD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5E327B9-5E70-4638-94EB-2DB0C14B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E306506-D07B-4833-A09A-62660581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525844F-B7C4-4D58-81D8-49240A4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47DC2831-5B16-47AD-8971-47520125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CE62188-9992-4A6B-8E2C-3B6E2E01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Perintah terminal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4E94BBBC-D236-4E6A-9652-B9C92E23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docker compose --profile debug down
git status --short
git add compose.yaml *.sql *.mjs package*.json
git add tests README.md MODUL_MAHASISWA.md
git add hasil screenshots slides
git diff --cached --name-only
git diff --cached --check
git commit -m "lab07: uji RLS dan pgvector"
git push
# Pastikan db_password.txt dan .env tidak staged.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75070376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65225FC-11E1-4A6C-92BF-0F772128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DBAF4C-53E1-4FBE-AE1C-1BEF4D6C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A74FDBF-59B1-48BD-A78E-AAD17E3D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cf7b6ec2440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a9c7cbcb54b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04722BE-F37B-4766-A3E5-532B7B44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E3E2EFC-8C07-4F47-8553-17CE7770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9a | Git memeriksa file rahasia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5C91FDB-4FC7-4EAC-83F3-6B1A0FBC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Pemeriksaan sebelum commit laporan mahasiswa</a:t>
            </a:r>
            <a:endParaRPr sz="1200"/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f315cdef84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5442" y="1463040"/>
            <a:ext cx="9156356" cy="43434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BB55B01-82C0-4218-8D91-7EF0DFF4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>
                <a:solidFill>
                  <a:srgbClr val="0F336F"/>
                </a:solidFill>
                <a:latin typeface="Arial"/>
                <a:ea typeface="Arial"/>
                <a:cs typeface="Arial"/>
              </a:defRPr>
            </a:pPr>
            <a:r>
              <a:t>Perintah: git check-ignore -v .env secrets/db_password.txt. Fungsi: cek secret.</a:t>
            </a:r>
            <a:br/>
            <a:r>
              <a:t>Cara kerja: .gitignore menyaring keduanya; hasil: file tidak ikut commit.</a:t>
            </a:r>
          </a:p>
        </p:txBody>
      </p:sp>
    </p:spTree>
    <p:extLst>
      <p:ext uri="{BB962C8B-B14F-4D97-AF65-F5344CB8AC3E}">
        <p14:creationId xmlns:p14="http://schemas.microsoft.com/office/powerpoint/2010/main" val="147781336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3617E6-BB75-4A58-89E0-4482EEEB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93DFEB-907D-4998-889F-C85905BC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139F8AC-89D8-47DC-8D94-F7370F99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66de13e7243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9440210cf4d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0BC67F9-25D4-46EE-9DBD-4BA967AB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0EAA43F-62E9-4168-917C-7BC4E064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9b | Container berhenti aman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628B221-8CA4-4C96-8D21-BE60F103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Volume PostgreSQL tetap ada setelah Compose down</a:t>
            </a:r>
            <a:endParaRPr sz="1200"/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6cb94734b42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5442" y="1463040"/>
            <a:ext cx="9156356" cy="43434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2D1CFEA-7FEC-4574-AD65-E0771E1E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>
                <a:solidFill>
                  <a:srgbClr val="0F336F"/>
                </a:solidFill>
                <a:latin typeface="Arial"/>
                <a:ea typeface="Arial"/>
                <a:cs typeface="Arial"/>
              </a:defRPr>
            </a:pPr>
            <a:r>
              <a:t>Perintah: docker compose --profile debug down; ps. Fungsi: tutup lab.</a:t>
            </a:r>
            <a:br/>
            <a:r>
              <a:t>Cara kerja: tanpa -v, volume tetap ada; hasil: container berhenti dan ps kosong.</a:t>
            </a:r>
          </a:p>
        </p:txBody>
      </p:sp>
    </p:spTree>
    <p:extLst>
      <p:ext uri="{BB962C8B-B14F-4D97-AF65-F5344CB8AC3E}">
        <p14:creationId xmlns:p14="http://schemas.microsoft.com/office/powerpoint/2010/main" val="98809789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2026-10-07T17:05:54.8840000Z</dcterms:created>
  <dcterms:modified xsi:type="dcterms:W3CDTF">2026-10-07T17:05:54.8850000Z</dcterms:modified>
</coreProperties>
</file>