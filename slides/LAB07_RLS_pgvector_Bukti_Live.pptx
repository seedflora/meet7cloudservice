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5f390b7e524ba3" /><Relationship Type="http://schemas.openxmlformats.org/officeDocument/2006/relationships/extended-properties" Target="/docProps/app.xml" Id="R1a72231b3d774011" /><Relationship Type="http://schemas.openxmlformats.org/officeDocument/2006/relationships/officeDocument" Target="/ppt/presentation.xml" Id="R95b641f31ab44a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34f9c1fc814b24"/>
  </p:sldMasterIdLst>
  <p:notesMasterIdLst>
    <p:notesMasterId xmlns:r="http://schemas.openxmlformats.org/officeDocument/2006/relationships" r:id="R89c5bc6518be4061"/>
  </p:notesMasterIdLst>
  <p:sldIdLst>
    <p:sldId xmlns:r="http://schemas.openxmlformats.org/officeDocument/2006/relationships" id="256" r:id="Rae6b73094f0a4d0a"/>
    <p:sldId xmlns:r="http://schemas.openxmlformats.org/officeDocument/2006/relationships" id="257" r:id="Red30427fa9c3432c"/>
    <p:sldId xmlns:r="http://schemas.openxmlformats.org/officeDocument/2006/relationships" id="258" r:id="Ra4502d2b6474421e"/>
    <p:sldId xmlns:r="http://schemas.openxmlformats.org/officeDocument/2006/relationships" id="259" r:id="Rb55e0e83a07640cb"/>
    <p:sldId xmlns:r="http://schemas.openxmlformats.org/officeDocument/2006/relationships" id="260" r:id="R94cffbbad6804ba3"/>
    <p:sldId xmlns:r="http://schemas.openxmlformats.org/officeDocument/2006/relationships" id="261" r:id="R4007531959944d56"/>
    <p:sldId xmlns:r="http://schemas.openxmlformats.org/officeDocument/2006/relationships" id="262" r:id="Raf058e3009614224"/>
    <p:sldId xmlns:r="http://schemas.openxmlformats.org/officeDocument/2006/relationships" id="263" r:id="R3ba107764a52409a"/>
    <p:sldId xmlns:r="http://schemas.openxmlformats.org/officeDocument/2006/relationships" id="264" r:id="R40f197ba905c4406"/>
    <p:sldId xmlns:r="http://schemas.openxmlformats.org/officeDocument/2006/relationships" id="265" r:id="R4f6a00d518d54f88"/>
    <p:sldId xmlns:r="http://schemas.openxmlformats.org/officeDocument/2006/relationships" id="266" r:id="Ra7c04efc4e574f84"/>
    <p:sldId xmlns:r="http://schemas.openxmlformats.org/officeDocument/2006/relationships" id="267" r:id="Rc7f1abd3e72147b7"/>
    <p:sldId xmlns:r="http://schemas.openxmlformats.org/officeDocument/2006/relationships" id="268" r:id="Rae881c3143d1492d"/>
    <p:sldId xmlns:r="http://schemas.openxmlformats.org/officeDocument/2006/relationships" id="269" r:id="R9642d1e566d84271"/>
    <p:sldId xmlns:r="http://schemas.openxmlformats.org/officeDocument/2006/relationships" id="270" r:id="R89427984edcd4cde"/>
    <p:sldId xmlns:r="http://schemas.openxmlformats.org/officeDocument/2006/relationships" id="271" r:id="R65633634391246f9"/>
    <p:sldId xmlns:r="http://schemas.openxmlformats.org/officeDocument/2006/relationships" id="272" r:id="Rc3307d0735a44850"/>
    <p:sldId xmlns:r="http://schemas.openxmlformats.org/officeDocument/2006/relationships" id="273" r:id="R0864891c5e054cc3"/>
    <p:sldId xmlns:r="http://schemas.openxmlformats.org/officeDocument/2006/relationships" id="274" r:id="R01acbec124094345"/>
    <p:sldId xmlns:r="http://schemas.openxmlformats.org/officeDocument/2006/relationships" id="275" r:id="R11abb2fc6e3340c9"/>
    <p:sldId xmlns:r="http://schemas.openxmlformats.org/officeDocument/2006/relationships" id="276" r:id="R697666ed1e974068"/>
    <p:sldId xmlns:r="http://schemas.openxmlformats.org/officeDocument/2006/relationships" id="277" r:id="Rcc0e00df5fa84c8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7a68a0ffba4f2b" /><Relationship Type="http://schemas.openxmlformats.org/officeDocument/2006/relationships/slideMaster" Target="/ppt/slideMasters/slideMaster1.xml" Id="R9e34f9c1fc814b24" /><Relationship Type="http://schemas.openxmlformats.org/officeDocument/2006/relationships/notesMaster" Target="/ppt/notesMasters/notesMaster1.xml" Id="R89c5bc6518be4061" /><Relationship Type="http://schemas.openxmlformats.org/officeDocument/2006/relationships/presProps" Target="/ppt/presProps.xml" Id="Rbd90fc6cccbf4abc" /><Relationship Type="http://schemas.openxmlformats.org/officeDocument/2006/relationships/viewProps" Target="/ppt/viewProps.xml" Id="R146c3c15f3ae41cf" /><Relationship Type="http://schemas.openxmlformats.org/officeDocument/2006/relationships/tableStyles" Target="/ppt/tableStyles.xml" Id="R4fdfeeafbc6647c6" /><Relationship Type="http://schemas.openxmlformats.org/officeDocument/2006/relationships/slide" Target="/ppt/slides/slide1.xml" Id="Rae6b73094f0a4d0a" /><Relationship Type="http://schemas.openxmlformats.org/officeDocument/2006/relationships/slide" Target="/ppt/slides/slide2.xml" Id="Red30427fa9c3432c" /><Relationship Type="http://schemas.openxmlformats.org/officeDocument/2006/relationships/slide" Target="/ppt/slides/slide3.xml" Id="Ra4502d2b6474421e" /><Relationship Type="http://schemas.openxmlformats.org/officeDocument/2006/relationships/slide" Target="/ppt/slides/slide4.xml" Id="Rb55e0e83a07640cb" /><Relationship Type="http://schemas.openxmlformats.org/officeDocument/2006/relationships/slide" Target="/ppt/slides/slide5.xml" Id="R94cffbbad6804ba3" /><Relationship Type="http://schemas.openxmlformats.org/officeDocument/2006/relationships/slide" Target="/ppt/slides/slide6.xml" Id="R4007531959944d56" /><Relationship Type="http://schemas.openxmlformats.org/officeDocument/2006/relationships/slide" Target="/ppt/slides/slide7.xml" Id="Raf058e3009614224" /><Relationship Type="http://schemas.openxmlformats.org/officeDocument/2006/relationships/slide" Target="/ppt/slides/slide8.xml" Id="R3ba107764a52409a" /><Relationship Type="http://schemas.openxmlformats.org/officeDocument/2006/relationships/slide" Target="/ppt/slides/slide9.xml" Id="R40f197ba905c4406" /><Relationship Type="http://schemas.openxmlformats.org/officeDocument/2006/relationships/slide" Target="/ppt/slides/slide10.xml" Id="R4f6a00d518d54f88" /><Relationship Type="http://schemas.openxmlformats.org/officeDocument/2006/relationships/slide" Target="/ppt/slides/slide11.xml" Id="Ra7c04efc4e574f84" /><Relationship Type="http://schemas.openxmlformats.org/officeDocument/2006/relationships/slide" Target="/ppt/slides/slide12.xml" Id="Rc7f1abd3e72147b7" /><Relationship Type="http://schemas.openxmlformats.org/officeDocument/2006/relationships/slide" Target="/ppt/slides/slide13.xml" Id="Rae881c3143d1492d" /><Relationship Type="http://schemas.openxmlformats.org/officeDocument/2006/relationships/slide" Target="/ppt/slides/slide14.xml" Id="R9642d1e566d84271" /><Relationship Type="http://schemas.openxmlformats.org/officeDocument/2006/relationships/slide" Target="/ppt/slides/slide15.xml" Id="R89427984edcd4cde" /><Relationship Type="http://schemas.openxmlformats.org/officeDocument/2006/relationships/slide" Target="/ppt/slides/slide16.xml" Id="R65633634391246f9" /><Relationship Type="http://schemas.openxmlformats.org/officeDocument/2006/relationships/slide" Target="/ppt/slides/slide17.xml" Id="Rc3307d0735a44850" /><Relationship Type="http://schemas.openxmlformats.org/officeDocument/2006/relationships/slide" Target="/ppt/slides/slide18.xml" Id="R0864891c5e054cc3" /><Relationship Type="http://schemas.openxmlformats.org/officeDocument/2006/relationships/slide" Target="/ppt/slides/slide19.xml" Id="R01acbec124094345" /><Relationship Type="http://schemas.openxmlformats.org/officeDocument/2006/relationships/slide" Target="/ppt/slides/slide20.xml" Id="R11abb2fc6e3340c9" /><Relationship Type="http://schemas.openxmlformats.org/officeDocument/2006/relationships/slide" Target="/ppt/slides/slide21.xml" Id="R697666ed1e974068" /><Relationship Type="http://schemas.openxmlformats.org/officeDocument/2006/relationships/slide" Target="/ppt/slides/slide22.xml" Id="Rcc0e00df5fa84c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ab9551809742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dae4b03a264c59" /><Relationship Type="http://schemas.openxmlformats.org/officeDocument/2006/relationships/notesMaster" Target="/ppt/notesMasters/notesMaster1.xml" Id="R8c295b90ddc040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e5a503deb44b2d" /><Relationship Type="http://schemas.openxmlformats.org/officeDocument/2006/relationships/notesMaster" Target="/ppt/notesMasters/notesMaster1.xml" Id="R935dcdc0293f43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58b915ee1f461a" /><Relationship Type="http://schemas.openxmlformats.org/officeDocument/2006/relationships/notesMaster" Target="/ppt/notesMasters/notesMaster1.xml" Id="R10623e5cb17540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c91af411644170" /><Relationship Type="http://schemas.openxmlformats.org/officeDocument/2006/relationships/notesMaster" Target="/ppt/notesMasters/notesMaster1.xml" Id="R7211a6f461964b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7f3a4fbd1d47e6" /><Relationship Type="http://schemas.openxmlformats.org/officeDocument/2006/relationships/notesMaster" Target="/ppt/notesMasters/notesMaster1.xml" Id="R16e6c2ad41c549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1f055ef9084a36" /><Relationship Type="http://schemas.openxmlformats.org/officeDocument/2006/relationships/notesMaster" Target="/ppt/notesMasters/notesMaster1.xml" Id="R57bfd09e9c964e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3741b2f71e4368" /><Relationship Type="http://schemas.openxmlformats.org/officeDocument/2006/relationships/notesMaster" Target="/ppt/notesMasters/notesMaster1.xml" Id="R40f223a0d99a47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00b870b56b4279" /><Relationship Type="http://schemas.openxmlformats.org/officeDocument/2006/relationships/notesMaster" Target="/ppt/notesMasters/notesMaster1.xml" Id="R5d0ec60627e74f7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fcccdc377a47c2" /><Relationship Type="http://schemas.openxmlformats.org/officeDocument/2006/relationships/notesMaster" Target="/ppt/notesMasters/notesMaster1.xml" Id="R70090acef4d8423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a899747aae4927" /><Relationship Type="http://schemas.openxmlformats.org/officeDocument/2006/relationships/notesMaster" Target="/ppt/notesMasters/notesMaster1.xml" Id="Rb589df05ee8341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72b1ce0ef8643e7" /><Relationship Type="http://schemas.openxmlformats.org/officeDocument/2006/relationships/notesMaster" Target="/ppt/notesMasters/notesMaster1.xml" Id="R08a2f8b902804e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279550b470466b" /><Relationship Type="http://schemas.openxmlformats.org/officeDocument/2006/relationships/notesMaster" Target="/ppt/notesMasters/notesMaster1.xml" Id="R549cea773e22418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624a9a3e211416b" /><Relationship Type="http://schemas.openxmlformats.org/officeDocument/2006/relationships/notesMaster" Target="/ppt/notesMasters/notesMaster1.xml" Id="Rfed1e9784fc54a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c7821889fa2485d" /><Relationship Type="http://schemas.openxmlformats.org/officeDocument/2006/relationships/notesMaster" Target="/ppt/notesMasters/notesMaster1.xml" Id="R76c3f953c5464ce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6124aed8d3341f1" /><Relationship Type="http://schemas.openxmlformats.org/officeDocument/2006/relationships/notesMaster" Target="/ppt/notesMasters/notesMaster1.xml" Id="R2d2ac8012a20403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de6f8f171294fec" /><Relationship Type="http://schemas.openxmlformats.org/officeDocument/2006/relationships/notesMaster" Target="/ppt/notesMasters/notesMaster1.xml" Id="R17e4026531164c0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be4d11e31f34d0f" /><Relationship Type="http://schemas.openxmlformats.org/officeDocument/2006/relationships/notesMaster" Target="/ppt/notesMasters/notesMaster1.xml" Id="Rc800e7222ef84ac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64de85819114131" /><Relationship Type="http://schemas.openxmlformats.org/officeDocument/2006/relationships/notesMaster" Target="/ppt/notesMasters/notesMaster1.xml" Id="Ree64738a5c70448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a83775ece8e4c1f" /><Relationship Type="http://schemas.openxmlformats.org/officeDocument/2006/relationships/notesMaster" Target="/ppt/notesMasters/notesMaster1.xml" Id="R9826c36fead5497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c53323250ef4303" /><Relationship Type="http://schemas.openxmlformats.org/officeDocument/2006/relationships/notesMaster" Target="/ppt/notesMasters/notesMaster1.xml" Id="R3d4a59b812ec4a0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e17fa9bc3be4bfb" /><Relationship Type="http://schemas.openxmlformats.org/officeDocument/2006/relationships/notesMaster" Target="/ppt/notesMasters/notesMaster1.xml" Id="R71ec9ebeda31489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7f25e9cbb964fb8" /><Relationship Type="http://schemas.openxmlformats.org/officeDocument/2006/relationships/notesMaster" Target="/ppt/notesMasters/notesMaster1.xml" Id="Ra07b716150234ae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7db633d5945d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1391b22d8b4958" /><Relationship Type="http://schemas.openxmlformats.org/officeDocument/2006/relationships/slideLayout" Target="/ppt/slideLayouts/slideLayout1.xml" Id="R590690b94d4b451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0690b94d4b451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931d3668de49c6" /><Relationship Type="http://schemas.openxmlformats.org/officeDocument/2006/relationships/image" Target="/ppt/media/image.jpeg" Id="Rdaa329d7239944e7" /><Relationship Type="http://schemas.openxmlformats.org/officeDocument/2006/relationships/image" Target="/ppt/media/image.png" Id="Rf4591a8f00dd4115" /><Relationship Type="http://schemas.openxmlformats.org/officeDocument/2006/relationships/image" Target="/ppt/media/image2.png" Id="R19ec10aaec33481d" /><Relationship Type="http://schemas.openxmlformats.org/officeDocument/2006/relationships/notesSlide" Target="/ppt/notesSlides/notesSlide1.xml" Id="R8aae1b23468e45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42c8d07e84c49" /><Relationship Type="http://schemas.openxmlformats.org/officeDocument/2006/relationships/image" Target="/ppt/media/image.png" Id="R4d6757380cc94330" /><Relationship Type="http://schemas.openxmlformats.org/officeDocument/2006/relationships/image" Target="/ppt/media/image2.png" Id="Re3b6f15fab0847d3" /><Relationship Type="http://schemas.openxmlformats.org/officeDocument/2006/relationships/image" Target="/ppt/media/image3.png" Id="R6d937bc90b4a46cd" /><Relationship Type="http://schemas.openxmlformats.org/officeDocument/2006/relationships/image" Target="/ppt/media/image4.png" Id="R6b91b2807edb4186" /><Relationship Type="http://schemas.openxmlformats.org/officeDocument/2006/relationships/image" Target="/ppt/media/image5.png" Id="R4867d4f5df534804" /><Relationship Type="http://schemas.openxmlformats.org/officeDocument/2006/relationships/image" Target="/ppt/media/image6.png" Id="R2686062099a44af2" /><Relationship Type="http://schemas.openxmlformats.org/officeDocument/2006/relationships/image" Target="/ppt/media/image7.png" Id="R34d83dbdf6a74990" /><Relationship Type="http://schemas.openxmlformats.org/officeDocument/2006/relationships/image" Target="/ppt/media/image8.png" Id="Rfb316b6602844a23" /><Relationship Type="http://schemas.openxmlformats.org/officeDocument/2006/relationships/image" Target="/ppt/media/image9.png" Id="Rcd543d75783c4de0" /><Relationship Type="http://schemas.openxmlformats.org/officeDocument/2006/relationships/notesSlide" Target="/ppt/notesSlides/notesSlide2.xml" Id="Rf0d2d0a7be3843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325e324b0460f" /><Relationship Type="http://schemas.openxmlformats.org/officeDocument/2006/relationships/image" Target="/ppt/media/image.png" Id="R4fde0848ec4f4bfe" /><Relationship Type="http://schemas.openxmlformats.org/officeDocument/2006/relationships/image" Target="/ppt/media/image2.png" Id="Ra4292b166baf4d01" /><Relationship Type="http://schemas.openxmlformats.org/officeDocument/2006/relationships/notesSlide" Target="/ppt/notesSlides/notesSlide3.xml" Id="R863b512ca3ac46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e51e2e070748d5" /><Relationship Type="http://schemas.openxmlformats.org/officeDocument/2006/relationships/image" Target="/ppt/media/image.png" Id="R86285ffb58b54325" /><Relationship Type="http://schemas.openxmlformats.org/officeDocument/2006/relationships/image" Target="/ppt/media/image2.png" Id="R98d1789fafc14549" /><Relationship Type="http://schemas.openxmlformats.org/officeDocument/2006/relationships/image" Target="/ppt/media/image10.png" Id="Rb0cfac1937944b0c" /><Relationship Type="http://schemas.openxmlformats.org/officeDocument/2006/relationships/notesSlide" Target="/ppt/notesSlides/notesSlide4.xml" Id="R933d1a332d7047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ad9231f114b46" /><Relationship Type="http://schemas.openxmlformats.org/officeDocument/2006/relationships/image" Target="/ppt/media/image.png" Id="R2450bcfe187b455c" /><Relationship Type="http://schemas.openxmlformats.org/officeDocument/2006/relationships/image" Target="/ppt/media/image2.png" Id="Rad6e3d25f458449f" /><Relationship Type="http://schemas.openxmlformats.org/officeDocument/2006/relationships/image" Target="/ppt/media/image2.jpeg" Id="Rbc11bbcf76ce426d" /><Relationship Type="http://schemas.openxmlformats.org/officeDocument/2006/relationships/notesSlide" Target="/ppt/notesSlides/notesSlide5.xml" Id="R1d37d0f1fabd40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8b1f418b534620" /><Relationship Type="http://schemas.openxmlformats.org/officeDocument/2006/relationships/image" Target="/ppt/media/image.png" Id="R373fa773edb24448" /><Relationship Type="http://schemas.openxmlformats.org/officeDocument/2006/relationships/image" Target="/ppt/media/image2.png" Id="Re95664c1efbe4a16" /><Relationship Type="http://schemas.openxmlformats.org/officeDocument/2006/relationships/notesSlide" Target="/ppt/notesSlides/notesSlide6.xml" Id="R77ee06f5d39a42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c455fe05044f16" /><Relationship Type="http://schemas.openxmlformats.org/officeDocument/2006/relationships/image" Target="/ppt/media/image.png" Id="R102c75eece3d4d54" /><Relationship Type="http://schemas.openxmlformats.org/officeDocument/2006/relationships/image" Target="/ppt/media/image2.png" Id="R8e4ec09ed1414a73" /><Relationship Type="http://schemas.openxmlformats.org/officeDocument/2006/relationships/image" Target="/ppt/media/image11.png" Id="Ra311ed35e1894d92" /><Relationship Type="http://schemas.openxmlformats.org/officeDocument/2006/relationships/notesSlide" Target="/ppt/notesSlides/notesSlide7.xml" Id="R2813d3f168af4c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f6c05fbee4306" /><Relationship Type="http://schemas.openxmlformats.org/officeDocument/2006/relationships/image" Target="/ppt/media/image.png" Id="R63a71723a1bd47d6" /><Relationship Type="http://schemas.openxmlformats.org/officeDocument/2006/relationships/image" Target="/ppt/media/image2.png" Id="R053ef9c6c6884236" /><Relationship Type="http://schemas.openxmlformats.org/officeDocument/2006/relationships/notesSlide" Target="/ppt/notesSlides/notesSlide8.xml" Id="R18d92b27a42e4e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9cec8c9de412f" /><Relationship Type="http://schemas.openxmlformats.org/officeDocument/2006/relationships/image" Target="/ppt/media/image.png" Id="R81396c39ac56426c" /><Relationship Type="http://schemas.openxmlformats.org/officeDocument/2006/relationships/image" Target="/ppt/media/image2.png" Id="R5c298d1479e346d4" /><Relationship Type="http://schemas.openxmlformats.org/officeDocument/2006/relationships/image" Target="/ppt/media/image12.png" Id="R24120b91caf94176" /><Relationship Type="http://schemas.openxmlformats.org/officeDocument/2006/relationships/notesSlide" Target="/ppt/notesSlides/notesSlide9.xml" Id="Rf77aa86b1a5345f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801bcbc214ba0" /><Relationship Type="http://schemas.openxmlformats.org/officeDocument/2006/relationships/image" Target="/ppt/media/image.png" Id="R28c9e899f9044a57" /><Relationship Type="http://schemas.openxmlformats.org/officeDocument/2006/relationships/image" Target="/ppt/media/image2.png" Id="Rb22e9597c8b14515" /><Relationship Type="http://schemas.openxmlformats.org/officeDocument/2006/relationships/notesSlide" Target="/ppt/notesSlides/notesSlide10.xml" Id="R8ba6afec66d244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59af5b402485a" /><Relationship Type="http://schemas.openxmlformats.org/officeDocument/2006/relationships/image" Target="/ppt/media/image.png" Id="Rb294c309b8e1410b" /><Relationship Type="http://schemas.openxmlformats.org/officeDocument/2006/relationships/image" Target="/ppt/media/image2.png" Id="R1dd4de4fc6e84fda" /><Relationship Type="http://schemas.openxmlformats.org/officeDocument/2006/relationships/image" Target="/ppt/media/image13.png" Id="Rf90e8ed6ec8d4a54" /><Relationship Type="http://schemas.openxmlformats.org/officeDocument/2006/relationships/notesSlide" Target="/ppt/notesSlides/notesSlide11.xml" Id="R74eb8b7196f641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7c975807d4d62" /><Relationship Type="http://schemas.openxmlformats.org/officeDocument/2006/relationships/image" Target="/ppt/media/image.png" Id="R893ac8b560fd4a55" /><Relationship Type="http://schemas.openxmlformats.org/officeDocument/2006/relationships/image" Target="/ppt/media/image2.png" Id="R47ea1d704504445d" /><Relationship Type="http://schemas.openxmlformats.org/officeDocument/2006/relationships/notesSlide" Target="/ppt/notesSlides/notesSlide12.xml" Id="R1cc8ec03398143c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c7ff37e50b46e6" /><Relationship Type="http://schemas.openxmlformats.org/officeDocument/2006/relationships/image" Target="/ppt/media/image.png" Id="R835cf52cedb64fb5" /><Relationship Type="http://schemas.openxmlformats.org/officeDocument/2006/relationships/image" Target="/ppt/media/image2.png" Id="R3a2258fb09334b18" /><Relationship Type="http://schemas.openxmlformats.org/officeDocument/2006/relationships/image" Target="/ppt/media/image14.png" Id="R1dfc808f68594ede" /><Relationship Type="http://schemas.openxmlformats.org/officeDocument/2006/relationships/notesSlide" Target="/ppt/notesSlides/notesSlide13.xml" Id="R7315bd519bb341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7df241d414b1e" /><Relationship Type="http://schemas.openxmlformats.org/officeDocument/2006/relationships/image" Target="/ppt/media/image.png" Id="Rf2cf174356514452" /><Relationship Type="http://schemas.openxmlformats.org/officeDocument/2006/relationships/image" Target="/ppt/media/image2.png" Id="R36bd88825f754461" /><Relationship Type="http://schemas.openxmlformats.org/officeDocument/2006/relationships/notesSlide" Target="/ppt/notesSlides/notesSlide14.xml" Id="R9d25a84bad2c4ad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634fa97444dbe" /><Relationship Type="http://schemas.openxmlformats.org/officeDocument/2006/relationships/image" Target="/ppt/media/image.png" Id="R4d368eeb200c44dc" /><Relationship Type="http://schemas.openxmlformats.org/officeDocument/2006/relationships/image" Target="/ppt/media/image2.png" Id="R2246bfebe80246ed" /><Relationship Type="http://schemas.openxmlformats.org/officeDocument/2006/relationships/image" Target="/ppt/media/image3.png" Id="Rf7d45ec45562404a" /><Relationship Type="http://schemas.openxmlformats.org/officeDocument/2006/relationships/image" Target="/ppt/media/image4.png" Id="Rdc230e498ebc4f42" /><Relationship Type="http://schemas.openxmlformats.org/officeDocument/2006/relationships/image" Target="/ppt/media/image5.png" Id="Rf5a369b2f29248cc" /><Relationship Type="http://schemas.openxmlformats.org/officeDocument/2006/relationships/image" Target="/ppt/media/image6.png" Id="Re75f92bcb58b477c" /><Relationship Type="http://schemas.openxmlformats.org/officeDocument/2006/relationships/image" Target="/ppt/media/image7.png" Id="Rce183b60c9f84f20" /><Relationship Type="http://schemas.openxmlformats.org/officeDocument/2006/relationships/image" Target="/ppt/media/image8.png" Id="R810ded2f20474e6b" /><Relationship Type="http://schemas.openxmlformats.org/officeDocument/2006/relationships/image" Target="/ppt/media/image9.png" Id="R6b6259a17c684820" /><Relationship Type="http://schemas.openxmlformats.org/officeDocument/2006/relationships/image" Target="/ppt/media/image3.jpeg" Id="Ra31296ac767b4283" /><Relationship Type="http://schemas.openxmlformats.org/officeDocument/2006/relationships/notesSlide" Target="/ppt/notesSlides/notesSlide15.xml" Id="Rcd0f8599469a431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26ff0e0c0f4f7e" /><Relationship Type="http://schemas.openxmlformats.org/officeDocument/2006/relationships/image" Target="/ppt/media/image.png" Id="R3e47350e13844649" /><Relationship Type="http://schemas.openxmlformats.org/officeDocument/2006/relationships/image" Target="/ppt/media/image2.png" Id="R179ea9168eb44ae9" /><Relationship Type="http://schemas.openxmlformats.org/officeDocument/2006/relationships/notesSlide" Target="/ppt/notesSlides/notesSlide16.xml" Id="Rf94664cfb68e4da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37003185af44cf" /><Relationship Type="http://schemas.openxmlformats.org/officeDocument/2006/relationships/image" Target="/ppt/media/image.png" Id="R3bc114351a26424a" /><Relationship Type="http://schemas.openxmlformats.org/officeDocument/2006/relationships/image" Target="/ppt/media/image2.png" Id="R90c2c7355e9e4e63" /><Relationship Type="http://schemas.openxmlformats.org/officeDocument/2006/relationships/image" Target="/ppt/media/image15.png" Id="R791ddb862aeb43b1" /><Relationship Type="http://schemas.openxmlformats.org/officeDocument/2006/relationships/notesSlide" Target="/ppt/notesSlides/notesSlide17.xml" Id="Ra697c095d48c4a1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0117158b6497e" /><Relationship Type="http://schemas.openxmlformats.org/officeDocument/2006/relationships/image" Target="/ppt/media/image.png" Id="Rba003cc1c3c4403c" /><Relationship Type="http://schemas.openxmlformats.org/officeDocument/2006/relationships/image" Target="/ppt/media/image2.png" Id="R4ee2dedc37f14e44" /><Relationship Type="http://schemas.openxmlformats.org/officeDocument/2006/relationships/notesSlide" Target="/ppt/notesSlides/notesSlide18.xml" Id="R7ecd7a154a3f491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b4df316e34a6d" /><Relationship Type="http://schemas.openxmlformats.org/officeDocument/2006/relationships/image" Target="/ppt/media/image.png" Id="R5ad1b34cc2bc4906" /><Relationship Type="http://schemas.openxmlformats.org/officeDocument/2006/relationships/image" Target="/ppt/media/image2.png" Id="R2921a8ebc5644de8" /><Relationship Type="http://schemas.openxmlformats.org/officeDocument/2006/relationships/image" Target="/ppt/media/image16.png" Id="Rf91b1769db244e51" /><Relationship Type="http://schemas.openxmlformats.org/officeDocument/2006/relationships/notesSlide" Target="/ppt/notesSlides/notesSlide19.xml" Id="R93ec9551c5734a7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d9bfbcf63f4d1f" /><Relationship Type="http://schemas.openxmlformats.org/officeDocument/2006/relationships/image" Target="/ppt/media/image.png" Id="R8d1a953747b64b48" /><Relationship Type="http://schemas.openxmlformats.org/officeDocument/2006/relationships/image" Target="/ppt/media/image2.png" Id="R6423e28565e94260" /><Relationship Type="http://schemas.openxmlformats.org/officeDocument/2006/relationships/notesSlide" Target="/ppt/notesSlides/notesSlide20.xml" Id="R3dc32316def54ff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5d49090b34fe6" /><Relationship Type="http://schemas.openxmlformats.org/officeDocument/2006/relationships/image" Target="/ppt/media/image.png" Id="Rb5d32d02cca44ed1" /><Relationship Type="http://schemas.openxmlformats.org/officeDocument/2006/relationships/image" Target="/ppt/media/image2.png" Id="R3104e69a071340e4" /><Relationship Type="http://schemas.openxmlformats.org/officeDocument/2006/relationships/image" Target="/ppt/media/image17.png" Id="R319474101232479c" /><Relationship Type="http://schemas.openxmlformats.org/officeDocument/2006/relationships/notesSlide" Target="/ppt/notesSlides/notesSlide21.xml" Id="R9bdec98e201644c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02ff1532d41e5" /><Relationship Type="http://schemas.openxmlformats.org/officeDocument/2006/relationships/image" Target="/ppt/media/image.png" Id="R876ad0a35e9f4886" /><Relationship Type="http://schemas.openxmlformats.org/officeDocument/2006/relationships/image" Target="/ppt/media/image2.png" Id="R57d20f9f0df443a6" /><Relationship Type="http://schemas.openxmlformats.org/officeDocument/2006/relationships/image" Target="/ppt/media/image18.png" Id="Rf3aa22110e044779" /><Relationship Type="http://schemas.openxmlformats.org/officeDocument/2006/relationships/notesSlide" Target="/ppt/notesSlides/notesSlide22.xml" Id="R5df966b160474044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aa329d7239944e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91a8f00dd41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c10aaec3348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B6B23D76-9B48-4195-9A17-2ED95186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7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F11A6DB6-2DA7-48E1-B20C-569CD82B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RLS &amp; SUPABASE</a:t>
            </a:r>
            <a:endParaRPr sz="54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8F07931E-B9CB-4B38-896D-D8416F6B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POSTGRES + AUTH + PGVECTOR</a:t>
            </a:r>
            <a:endParaRPr sz="26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7AB198E9-C08C-4DEF-B3AD-1BAB5D6B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Isolasi catatan dua staf pada satu database; uji lokal dahulu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BF88D351-32B6-4C64-8C0A-9FDEE207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7F086DE-2F15-4907-8ED5-449D0D42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7  |  SUPABASE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35E1308-7A2D-4637-A8BB-08AD7E2D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07E09BE-6F92-4C59-81C5-09B89AA4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9014495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09554F6-F24D-490F-96DC-223D037E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980C548-380D-47FD-A406-D43B5B2C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13BFFE0-2BB7-4579-8927-EE45139E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757380cc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6f15fab0847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A870893-B18C-4383-B70E-0550B3111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D2CD31B-10A6-4765-9AD4-069F9735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07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9B9D50B-63FD-4855-9FBB-1D6273E9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Jalur inti berjalan di PostgreSQL lokal; Supabase cloud perlu akun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917734B-4ECD-43EE-9C4B-CF7E7855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0CFE143-457E-41EB-B3D2-3BEFB654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37bc90b4a46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F0AA3A9-C69A-4077-BA95-04DFEA5D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pgvector dan Adminer lokal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91b2807edb41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B9508059-BF63-40B4-93FC-CA70B36E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Baca role dan policy owner_name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7d4f5df5348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BBCAD799-67CE-444F-AB2A-6CCA145E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Alice hanya melihat miliknya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6062099a44a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644F84D-743A-4098-A0E7-5A7BC5DA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Bob hanya melihat miliknya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d83dbdf6a749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3DAA2C42-5D74-43A5-B27D-DDBCBAE4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Buktikan INSERT silang ditolak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16b660284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0D6A9C3D-BC6D-418F-9260-50B94523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Urutkan jarak tiga vektor contoh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43d75783c4d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229D25A3-7B02-4F40-BE0D-9201C9C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10 cek otomatis dan Git aman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DF326B8-0078-4C38-A02A-10F35FD8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105BFE8E-7D96-457B-A34F-8C1A61BF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PROYEK KELOMPOK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Tim 3 orang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D2171D85-F7DE-412E-BE56-B0EC2C94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RLS melindungi data tiap pengguna proyek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Uji dua identitas dan akses ditolak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bila berguna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Minggu 7 dan 14; tanpa nilai Lab 07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B0765D6E-8F8A-4AE4-9A71-49B529E5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50B9B4FC-47B7-4B61-A6BE-08BC8048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184590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648CBD-073C-42B4-9F76-CB47E384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3D7AB63-5FDE-4D29-99D0-F811AB2A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0479932-0DD5-47A9-AEA3-99F1059C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e0848ec4f4b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292b166baf4d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EED1721-6224-4E01-B9D7-53AAFB16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38E2227-6132-4CAA-96CB-C1D3F8CA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Hidupkan database mandiri Lab 07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743B103-0EA9-4B89-864B-FA135DD3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PowerShell dari root repo Lab 07, tanpa prasyarat Lab 06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75187326-9D43-4987-846F-6B5B73E9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78CE44D-C328-4442-BA1D-6CB9AC3D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C7DDCAC-11B5-4D52-B02D-439BF1D4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EE21492-377B-46C1-A8BE-207E0091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C033DC3-1B68-40D3-90EE-6799935D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81A8D8D-202E-476D-BF36-254D1C08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dan fungsi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7FD3A2D7-2D4F-4EF6-9507-196ECE44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Copy-Item .\secrets\db_password.example.txt `
  .\secrets\db_password.txt
# File lokal diabaikan Git; ubah nilainya untuk proyek nyata.
docker compose --profile debug up -d --wait
# --wait menunggu db healthy; debug menyalakan Adminer.
docker compose ps
# db memakai network internal; Adminer pada host 8087.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1208244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56CFA6C-72A5-435E-8313-8A653127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301A7BE-8332-442A-A78F-3A555F16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E94E6E2-EE66-4A01-87D1-02BC43E0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85ffb58b543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1789fafc145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32921FA-6E0E-4748-A001-0FA74647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DA8160E-0EB0-4765-8F6F-0C8B19E0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Database dan Adminer siap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8B909EE-EDB4-4CA7-9F95-E160B320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Hasil docker compose --profile debug up -d --wait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04F3674-9A78-40D7-A5CE-F5949C2D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BF80F45-6EFC-4FBC-9A76-28DC70C2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PERINTAH: compose up -d --wait; ps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EFA570C-14FE-43F6-8B28-B6A1356B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4A18D860-20BF-4242-9B6B-BB25C5AE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6972456-3347-4554-BDF4-35C522E6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59AB1D2-B982-4FB8-AEFB-3FF1AFFF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3550EFFE-4A24-4CD4-8E98-0CA52F69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AC370EFE-E61F-4D50-AF5A-6182C591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32FA545-82A4-4A63-ADFF-3815873E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6EDA3A1C-B296-45EA-BE1C-D06526A3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E01ECD91-89BA-4512-8B75-1B8D5D6D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DA3E0B8-A93D-43BC-AAF3-B320395B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pic>
        <p:nvPicPr>
          <p:cNvPr id="54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fac1937944b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2111099"/>
            <a:ext cx="10927080" cy="3531914"/>
          </a:xfrm>
          <a:prstGeom xmlns:a="http://schemas.openxmlformats.org/drawingml/2006/main" prst="rect">
            <a:avLst/>
          </a:prstGeom>
        </p:spPr>
      </p:pic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D46E3159-7B11-48DD-A13F-C59F1788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B591EC29-4515-4959-80FE-3AC633E1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Fungsi: nyalakan DB/Adminer; Compose tunggu healthcheck. Hasil: DB sehat, web di 8087.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080091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806639-B765-4109-837F-59F7BE9A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0591E4E-6014-4143-808E-897C569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2BBB0CA-73B1-4191-82D3-453007132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50bcfe187b45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e3d25f45844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EEE2FD7-C479-4F93-92EF-6FBFAF81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6F967A0-1054-4BFC-BCC2-66A50FB4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1b | Lihat container di Docker Desktop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7C164BD-C302-47E3-957C-6FDA44C0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Tampilan mesin lokal setelah docker compose --profile debug up -d --wait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A6769A97-F5F9-4533-8BFE-F006B8504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C88EF2F-B245-4D0A-A437-F4106046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AKSI: Docker Desktop &gt; Containers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1B505B4D-265F-4479-B31C-425F3301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00D5B661-5F35-4DB1-A5A7-83994CFE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1611718A-F6F8-4563-B3D1-5985AB5B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CB3248A-1454-476C-BDF4-AC7AAC5C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7F4FCE0E-40DC-4449-9E4C-27DE745E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BBF6666F-8D0E-4D58-9462-47C5FCA7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EBA73749-A72C-44BA-A678-54E029B6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CB0C5610-DC08-407E-A399-9E903ADA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B105283D-2885-4439-8F97-6CB6FFF0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92FB68E9-C5F7-49CA-9812-3C424774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pic>
        <p:nvPicPr>
          <p:cNvPr id="54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1bbcf76ce42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827450" y="2093976"/>
            <a:ext cx="6552340" cy="3566160"/>
          </a:xfrm>
          <a:prstGeom xmlns:a="http://schemas.openxmlformats.org/drawingml/2006/main" prst="rect">
            <a:avLst/>
          </a:prstGeom>
        </p:spPr>
      </p:pic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C33AB45D-30EF-4C2B-8DAB-71ADA868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8405437C-224C-4E85-BF8B-CF8500667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Fungsi: cek layanan; UI baca status Docker. Hasil: db-1 dan adminer-1 aktif.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5798761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3D21655-A355-4455-84D7-48C51F79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102199-65C3-43BF-AB37-1F8306758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CE6150A-8C58-4889-9C11-1C72B986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fa773edb244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664c1efbe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F9D2880-028F-40C5-8DE3-4B6DB926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A290C05-9009-4FEC-ACA3-B5DD5CBD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Pasang role, tabel, dan policy RLS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9568925-0069-4A37-A219-0BD212D7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local-rls-demo.sql adalah kunci setup yang dapat diulang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23BDE26-34A1-451A-A0C9-53F7B88B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5272979-C613-4176-8AA6-6ECF9867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BD567417-6B25-4051-A0E1-F5330F8B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211501D-6A89-4F19-9669-183C4984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EA39504-604F-4280-8EDF-2D581128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BD977C7-C67B-4A64-AE60-AD202240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 dan inti SQL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242DED7F-B813-40D2-BAD3-70ACBC44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Get-Content -Raw .\local-rls-demo.sql |
  docker compose exec -T db psql `
    -v ON_ERROR_STOP=1 -U labadmin -d lab07
ALTER TABLE rls_demo ENABLE ROW LEVEL SECURITY;
CREATE POLICY rls_demo_owner ON rls_demo
  FOR ALL TO lab_alice, lab_bob
  USING (owner_name = current_user)
  WITH CHECK (owner_name = current_user);
# USING menyaring baca/update; WITH CHECK membatasi tulis.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708850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78B2BFB-A6DE-4467-A562-361A204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FD8E60-9657-4E5D-AA7A-B7EDAA4C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C2DA320-F129-4693-8C16-D6CDE5CF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2c75eece3d4d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ec09ed1414a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F941707-446A-49B2-B319-ED491119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11C5874-B4DB-4612-9B61-0311BF10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Policy membatasi pemilik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D0EC52E-FB36-474E-AB85-73A01194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Query pg_policies menampilkan USING dan WITH CHECK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ABB98E8-73F4-4496-B3E1-49C0AFA9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47E6F8A-6FE9-4DD0-9405-F727C126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PERINTAH: query pg_policies di psql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34144A35-983D-4D0D-8E61-8C7AF1E2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9BF27F1C-7C5E-4FBE-93B1-05D8BB33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0A41A815-8E3A-410C-BB75-333A6A14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682DF210-7161-4619-9B34-6B5036D6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DBD81AA-80CD-4AC1-9A9E-334FAA15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C19E167-7611-4809-8197-D1F1B128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3FD676F2-95C3-4B63-AEFC-0203063E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FC7B868E-BAD2-43D8-857D-449EE74D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C6DEE8F-1BC6-4120-8A61-BD534D06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7564C28F-C723-44F2-A995-FFC033D2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pic>
        <p:nvPicPr>
          <p:cNvPr id="54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11ed35e1894d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2622204"/>
            <a:ext cx="10927080" cy="2509704"/>
          </a:xfrm>
          <a:prstGeom xmlns:a="http://schemas.openxmlformats.org/drawingml/2006/main" prst="rect">
            <a:avLst/>
          </a:prstGeom>
        </p:spPr>
      </p:pic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CD66B4E2-A87E-4CFF-B726-197036BA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3F440E7-176D-40BF-B8F1-8124EEE09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Fungsi: baca RLS; PostgreSQL tampilkan USING/WITH CHECK untuk owner_name.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07422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2EBE06B-A7F3-4B83-8837-69BD6627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8353FA4-166F-4011-A0E6-93D9C44E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A1C19ED-371C-4647-A84D-FDD4D8AB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71723a1bd47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3ef9c6c68842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80E9B2A-DC07-44AF-AE98-7DCBE9F7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D1E6DB8-5F69-4DE2-844C-1D8B571C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Baca sebagai Alice dan Bob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90A1B5E-A851-40EE-9121-27230D46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Uji memakai SET ROLE; pemilik tabel bisa melewati RLS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0531167-05D0-452D-B59E-853AECDB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3F19F99-4B5A-4CB7-AE77-40A264F2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2FF6EF61-A8A3-4F7B-8231-23239C9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814502E-48F6-4179-AD10-EA7341A7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CBBBC34-44CC-44BF-A9EE-53BC5CF1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1E7CEDB-F741-4CB9-9C58-3CF06C8D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Isi kunci pada local-rls-demo.sql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0BEBD41-CE57-4048-810C-F72C0DE1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SET ROLE lab_alice;
INSERT INTO rls_demo (owner_name, note)
  VALUES ('lab_alice', 'Catatan Alice');
SELECT current_user AS viewer, owner_name, note
  FROM rls_demo;
RESET ROLE;
SET ROLE lab_bob;
INSERT INTO rls_demo (owner_name, note)
  VALUES ('lab_bob', 'Catatan Bob');
SELECT current_user AS viewer, owner_name, note
  FROM rls_demo;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5685872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0311C6C-EFC2-4D76-A67A-925F6766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0C34021-5ADE-464C-A301-B1F2E68C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14A5898-BB61-445B-8CC6-5CECD7813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96c39ac56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98d1479e346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2C49CC4-F63F-4804-A535-24461C35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FDC0F77-C1C4-438B-B4EE-43FD1E0C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Dua identitas terisolasi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BB83F22-E65F-4877-8346-8A28239E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SET ROLE mengganti identitas database pada query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55A13BB-9CF4-4A2D-BDAF-BF3B82F4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844CF6D-B9DB-4225-9C72-F7B9A39D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PERINTAH: SET ROLE lalu SELECT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E645DE22-2785-4C9A-97D7-622B77C2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0ED3850D-A5DD-4077-B613-7BAB002D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B0529350-BF93-4B4A-BC61-84185B6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1CB35B31-3F08-4DB7-B6F0-8B52C4B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FC9AD123-3C68-4FD0-B0EB-1CDA1A75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D0047B1-2AE7-4EFC-BDC7-7B0D0A26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9B12354D-5FF3-41D6-B430-1A856B83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982C83E3-7042-49DE-A132-7D7D88E6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AF1EC6F8-9229-4239-977B-EBEF7608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BC07399-7765-4FB3-9AE0-E64FB7A3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pic>
        <p:nvPicPr>
          <p:cNvPr id="54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120b91caf941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03324" y="2093976"/>
            <a:ext cx="9400592" cy="3566160"/>
          </a:xfrm>
          <a:prstGeom xmlns:a="http://schemas.openxmlformats.org/drawingml/2006/main" prst="rect">
            <a:avLst/>
          </a:prstGeom>
        </p:spPr>
      </p:pic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08C516E8-654F-4740-A24D-78125065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2E5DFB7-5D1E-4157-9F63-080415A6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Fungsi: uji isolasi; RLS saring menurut current_user. Tiap staf lihat miliknya.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7222143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7521259-48CC-4799-BA09-1878162D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938CE3-3A99-4728-8BBE-750BD3C9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8FA1F32-2EC7-46BF-ABDB-73577C6E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9e899f904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e9597c8b145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C93C8F3-F2B2-409F-9266-569D8C539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F285523-0A6B-4003-A3E1-ABEF207E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uji INSERT silang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019948B-5753-4270-825E-1718D663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Kegagalan izin adalah bukti keamanan yang diharapkan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248A84CD-FE91-4A87-AF3E-28AC4C29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CDFF3D3-3876-4916-852A-4BAE13DE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880E0B2-B7FB-41BD-9F4C-D62659F8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64141D1-4F38-4D71-8FA9-8FADF6BA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FA530CB-7280-43F6-BC46-1E7C584F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AF04791-FB60-4672-837F-A4FF5BB3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SQL dan hasil yang diharapkan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CB0F89B-854F-4FE0-A17E-4E079594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SET ROLE lab_bob;
INSERT INTO rls_demo (owner_name, note)
VALUES ('lab_alice', 'uji lintas pemilik');
-- Bob mencoba menulis baris milik Alice.
-- WITH CHECK menolak owner_name berbeda.
-- Hasil: new row violates row-level security policy.
-- Jumlah baris demo tetap dua.
RESET ROLE;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883460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E70005A-3C26-46B2-B6AA-6AB48DCD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C30CC68-7F87-46E5-9311-D3D28017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5F62F81-73E7-421E-A234-9C1A1ACD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94c309b8e141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d4de4fc6e84f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4F9219B-10B1-41FB-AF41-A68A5439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B9BF7A6-56AD-4765-A4B9-1F165F4F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Tulis lintas pemilik ditolak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431819E-BE1F-49CC-9F61-537CFA53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Error SQL ini adalah hasil lulus, bukan crash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E1475E5-F09B-4C4D-9000-E97A3F67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FE95B2A-DEC7-4CDB-8D0D-AF084D69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PERINTAH: INSERT sebagai Bob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2C64BC2-23EA-4101-AC3B-A651A7A4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C2C4A724-5DC4-4529-B20F-B99866A1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1B03E513-C59B-4E87-B411-FB4DEB32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A045AEE4-3AC1-432B-9500-8D7316707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C03FF5FE-680D-4719-A055-950E0EA2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1DC53C87-5D74-4052-B71F-72F24202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A4A42F8C-2B59-4C89-89D0-2D216F3F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FF713171-510D-4E6D-9750-6762A79B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669AC2F-77E1-4597-A841-7EE57C69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F41CA138-5F2D-4D49-A881-6009BBCA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pic>
        <p:nvPicPr>
          <p:cNvPr id="54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e8ed6ec8d4a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2724425"/>
            <a:ext cx="10927080" cy="2305261"/>
          </a:xfrm>
          <a:prstGeom xmlns:a="http://schemas.openxmlformats.org/drawingml/2006/main" prst="rect">
            <a:avLst/>
          </a:prstGeom>
        </p:spPr>
      </p:pic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56BA389-5B81-44F3-8613-50BD2DEE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C1A32F9-B8E0-4AF8-87F6-8F8E00B9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Fungsi: uji WITH CHECK; owner=Alice ditolak. Exit 1 adalah hasil benar.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5200243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3261567-AD07-4C31-AD74-631183B5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FA5690C-38B3-4829-9B8B-065C6B50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5B8D723-8719-457F-8806-63806CA3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ac8b560fd4a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ea1d70450444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4161E84-9F86-4454-8226-D44036E4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B37E6FB-4892-4B11-BA94-6178602F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Kunci jarak vektor lokal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7B4C27F-7C06-40B8-85E3-B89EE5E33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Data tiga dimensi untuk memahami &lt;-&gt;, bukan embedding produksi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35D9209-5139-4847-8DC5-130FFD2F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AE9D6725-5DB4-46DF-9A26-A241E985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B90BA0F4-BDAE-447F-98CB-D1DEBBAB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3C348AB-7138-454B-AF17-8E1356E4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E09351A2-6727-4667-9ADC-C9C87B09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9C607A9-0A40-41EE-9EE2-776DD4EC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 dan SQL inti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4056780-F82B-47CE-B2E4-E83D7E17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Get-Content -Raw .\vector-local-demo.sql |
  docker compose exec -T db psql `
    -v ON_ERROR_STOP=1 -U labadmin -d lab07
CREATE EXTENSION IF NOT EXISTS vector;
-- Tiga vektor: Docker, Container, Database.
SELECT judul,
  round((embedding &lt;-&gt; '[1,0,0]')::numeric, 3)
    AS jarak
FROM lab_embeddings
ORDER BY embedding &lt;-&gt; '[1,0,0]';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9806144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075707C-F1B4-4FDD-B255-0972DD99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9FD109-4D74-4BBA-8851-7B04D3EC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9EC8E8C-5C7C-410F-873A-1EE8CF42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cf52cedb64f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258fb09334b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48249E4-BFB3-4999-90BC-787CC8E7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40BAAFE-8F75-40EC-AEB4-F11B5C91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Urutan tetangga vektor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2DA6A9C-1D17-498A-9532-3B4CAB34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Operator &lt;-&gt; menghitung jarak Euclidean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0B76FA2-A19E-4EE5-BA6F-73E8DF43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CAEA9B9-D689-4A0A-8E51-3C00BCB9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PERINTAH: ORDER BY embedding &lt;-&gt;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14B53A68-2FE3-4A0E-B884-300590F9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6C76F2A2-96AF-4A4E-AE47-732A4391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F9FD1990-3857-4DDB-A589-50CC22CC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AC26C20-6891-4607-BEB4-6C384070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A70F704-5B1A-46AC-9B0D-95709F15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53C79E09-D203-4D5F-85A7-0B0C346D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44E26EBE-9266-4BCF-9710-79524F68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514AF150-4CEC-41C4-A6DE-8129B63A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9CF84257-1F2D-4D68-ACBA-9B394330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50175EBF-956F-4EC1-936E-AB679209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pic>
        <p:nvPicPr>
          <p:cNvPr id="54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fc808f68594e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2417762"/>
            <a:ext cx="10927080" cy="2918588"/>
          </a:xfrm>
          <a:prstGeom xmlns:a="http://schemas.openxmlformats.org/drawingml/2006/main" prst="rect">
            <a:avLst/>
          </a:prstGeom>
        </p:spPr>
      </p:pic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B61B917B-69BE-4F5D-8C4B-0B7C4C93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79BD037B-C2A6-4865-8304-9F1CEAF2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Fungsi: cari vektor dekat; PostgreSQL hitung jarak. Docker paling dekat.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6852390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7653D84-933F-4916-AEAB-FC259067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3DCBCD7-8AE6-4C7D-B6FF-AF1A77DD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8E8D75E-3C06-4A19-B1AA-BE02D441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f1743565144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bd88825f7544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81F5229-FA02-48EE-A986-E5F6406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A220048-F105-4DE9-913A-EDCEFED2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Lihat web Adminer tanpa salah baca RLS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CB9DF74-64A5-40A3-A2E7-BEC7BDB6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Login labadmin adalah owner; uji RLS tetap memakai SET ROLE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C32414C-7A89-4216-A79C-C70BD905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A93E1BF-C70E-45BE-A274-EE616B3F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0E1222F-C172-41F6-8D00-BA3D15AA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6C33B5F-8815-4681-AE1D-7B9F41BB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01F8B1BB-77AE-4C34-9DA5-E66D0A42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7BB16CD-A581-4524-A8E0-CCB681B1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Langkah browser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68E4092-D075-44FA-868E-F42881F9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--profile debug up -d adminer
# Buka http://127.0.0.1:8087/
# System: PostgreSQL
# Server: db
# User: labadmin
# Database: lab07
# Password: baca file lokal, jangan ketik di slide.
# Tabel rls_demo menampilkan dua baris kepada owner.
# Output Alice/Bob yang terbatas ada di slide sebelumnya.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0903278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441330F-D671-4DD6-9549-43A1D9645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EA4A771-4495-48DD-880A-02D2F1D0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BDA4D6-1C21-453F-BFC2-C1800FA7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368eeb200c44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46bfebe80246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3F1B312-F14C-4B8E-8B1C-419D91CD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E0298C6-0953-4411-82DC-7823A29A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6 | Adminer dan dua catatan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ED6F24B-027E-402D-9161-BB366458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UI database owner melihat seluruh tabel demo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25398EA-D39D-42AD-BC83-9D006CE5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36C8360-E399-4782-888F-1FDD3CC1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d45ec4556240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39FE8CE0-E1F4-4AE5-9093-8F1CCD8A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buka Adminer localhost:8087.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230e498ebc4f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EC0A4F67-396A-423D-B076-669CB0D7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inspeksi tabel rls_demo.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369b2f29248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9AA0CFB6-7835-4DCA-B493-BD4A4DC5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login sebagai owner labadmin.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f92bcb58b47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5FE207C-AEA3-4974-8AD8-DF3A765D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Ini tampilan role owner labadmin.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183b60c9f84f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1A216A65-F6AA-462F-A67E-5B894D9F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Owner bisa melewati RLS default.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0ded2f20474e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E1B9391E-5E9B-40B5-83E2-81370E02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Isolasi dibuktikan lewat SET ROLE.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259a17c6848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E0F8D171-1D01-48E7-B1FA-3D7A7970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tampilkan password saat demo.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65A53BCB-2EF7-4DB0-A58E-2404ED2C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2EFA9049-DD51-472E-8C4B-BF9B5BC1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69401EC1-C704-473C-BB0E-260271EC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42159C1A-8B7D-4282-831A-3D26BF6BE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05F6B241-DD34-492E-8E76-4574C9BF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Web memperlihatkan data; role uji tetap terpisah.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1296ac767b42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374162"/>
            <a:ext cx="5084064" cy="245714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6022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49A49A7-45A6-4FB5-B7B0-A63F3DE6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11743CF-1473-4716-962D-D42D420F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B1ED27D-DC66-4E06-AA1B-BB225C47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7350e138446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ea9168eb44a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2080A74-B1D1-4C32-98AF-6FA7898BD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BA296A7-CDA9-4D73-9DEB-2B95FF74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7 | Jalankan checker seluruh challenge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773DE9D-9792-410A-8D8F-02C4F2232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PowerShell dan Bash menguji keamanan serta pgvector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EDA0ED8-AC58-46FC-BFE7-EB5EE6A6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1D5C4AD1-1270-4EF7-BA04-313C914F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FEE08A6-300A-46CF-A783-45BAAF87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00F3A76F-F4E8-4B24-8A7E-C1A0EFE3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0ADE073D-D616-4354-A0FC-3D9D6B36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FA76256-8853-4E98-A256-DB98BA5C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dan cakupan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F3A85E2-FD12-45B2-8E85-49EC394F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&amp; .\tests\challenge.ps1
# Bash/WSL/Codespaces: bash tests/challenge.sh
# 10 cek: PostgreSQL, dua role, RLS aktif,
# hasil Alice/Bob, larangan baca/tulis silang,
# jumlah baris, extension vector, dan tetangga.
# PASS INSERT ditolak berarti kontrol bekerja.
# Jika FAIL, cek docker compose ps dan SQL.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5180273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52032EC-45D1-42D8-B437-45D89BDE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A237F56-F1D6-4CA7-92AB-A6616C2D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4CE57EE-1786-4ADE-B68C-C23A2D7C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114351a2642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c2c7355e9e4e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94EE0676-3F25-42A1-A6F8-6A6F7D5D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74875F15-4579-41F8-AB87-F064BEAA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7 | 10 PASS, 0 FAIL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BEE2800-81EB-4E55-AB1B-9AE765A5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Checker membaca keadaan database dan hasil penolakan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B410A62-0FBC-4966-BA5A-DE27BC4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03F5B76-79AD-486E-B825-1115E9DA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PERINTAH: .\tests\challenge.ps1</a:t>
            </a:r>
            <a:endParaRPr sz="1100"/>
          </a:p>
        </p:txBody>
      </p:sp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85F750A3-C75F-4756-A6C1-5CA473AC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9A50A4C-F8C5-4AE4-9B61-A5C9C980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60909B8-7BBB-4BD5-BD10-EF8F3489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5DB0A54-2AF5-4283-B861-07318DC2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4F0675C-0C95-4E2E-8BDB-B0B16D34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DAB332C1-9586-4E25-8022-44BA2BDE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6F274D9A-FCEC-4C5F-9988-0C117019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F7E318C-8656-4B62-948F-179D9682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7A2832CF-7B20-40EB-9FE0-10B27389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2123D1FA-1E4C-49E8-9C28-311DA7D1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pic>
        <p:nvPicPr>
          <p:cNvPr id="54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ddb862aeb43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59480" y="2093976"/>
            <a:ext cx="9888279" cy="3566160"/>
          </a:xfrm>
          <a:prstGeom xmlns:a="http://schemas.openxmlformats.org/drawingml/2006/main" prst="rect">
            <a:avLst/>
          </a:prstGeom>
        </p:spPr>
      </p:pic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DAF89EF-A877-4558-B4A5-963A843B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4763141-07A1-4876-81B1-660C57E5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641848"/>
            <a:ext cx="10927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Fungsi: uji RLS/vektor; skrip query DB dan penolakan. Hasil: 10 PASS.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297006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0CEFEAE-99DD-4BED-B5F8-9FAAF9C5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09CEC8-8107-4F1D-8F3A-435E7309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14BA19E-378D-4AD4-8A6D-6D336C83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003cc1c3c440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e2dedc37f14e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B444636-88BA-4998-94F6-5F6DD266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22A592B-B975-45DE-BB38-A0A50319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8 | Jalur Supabase bila akun tersedia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14AEA3E-6A1B-405C-9CE9-E8AA649A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Auth JWT berbeda dari SET ROLE pada demo lokal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8C92B5E-05A3-49EC-B32A-41A95896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6AF945F2-28AC-4FFD-A34D-8B8ADBB5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B47C608-1152-4F08-BCC6-A8A117FD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EBB306C-5F73-408E-9979-7660B5BF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F217B0A2-94A6-4E2D-801F-4B9C49C4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723CA11-5AE1-47BD-AB97-DFF3DA36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Langkah cloud opsional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4894394-041C-48F3-9F9E-42E5F8F1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-- Di SQL Editor project milik sendiri:
-- jalankan schema.sql untuk tabel notes.
-- policy membandingkan auth.uid() dengan user_id.
-- vector-setup.sql mengaktifkan pgvector.
# Di .env lokal: URL + publishable key.
# Jalankan client-demo.mjs --signup.
# Coba dua akun, bandingkan daftar notes.
# Storage bucket private, policy objek diperlukan.
# Jangan masukkan service-role key ke browser/Git.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18646628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DE48EB3-67FD-4486-9298-BDC7D1AE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97C0BE-4F99-4BB8-8EF5-A8E886FC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2C1ACB6-0740-43F0-9045-D3E49013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1b34cc2bc49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21a8ebc564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C0DCCFB-DD5B-4BB3-9A4E-C0A67A12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8C397AF-BCAE-4B92-B433-52CDC3F2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8 | Source jalur Supabase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D0F94A8-EAAF-43C2-BE43-9E80E5AF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Persiapan SQL cloud, belum eksekusi proyek peserta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b1769db244e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04963" y="1463040"/>
            <a:ext cx="9597314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DECD666-340D-4192-81D8-D1397005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rg -n pada schema.sql. Fungsi: kenali policy cloud.</a:t>
            </a:r>
            <a:br/>
            <a:r>
              <a:t>Cara kerja: hanya membaca source; hasil: auth.users/auth.uid(), belum dieksekusi di cloud.</a:t>
            </a:r>
          </a:p>
        </p:txBody>
      </p:sp>
    </p:spTree>
    <p:extLst>
      <p:ext uri="{BB962C8B-B14F-4D97-AF65-F5344CB8AC3E}">
        <p14:creationId xmlns:p14="http://schemas.microsoft.com/office/powerpoint/2010/main" val="146416288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FE28DB4-30AF-4EFD-A1B3-8FB2CD41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5E513F5-F621-44B3-8401-708ADD23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069ABDE-46CD-4687-8289-A2E71C7C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a953747b64b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23e28565e942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25B19A1-0817-4810-B286-7DE809B8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47CDC53-2428-4C87-AD49-9FA4B8CE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9 | Bersihkan container dan push source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570B47C-2BA8-400D-A747-453598AD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Volume latihan disimpan bila ingin mengulang tanpa setup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2E9B5EE-C6C6-4342-9749-8C1D43BD7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4846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5E327B9-5E70-4638-94EB-2DB0C14B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1124712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E306506-D07B-4833-A09A-62660581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525844F-B7C4-4D58-81D8-49240A49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7DC2831-5B16-47AD-8971-475201258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CE62188-9992-4A6B-8E2C-3B6E2E01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E94BBBC-D236-4E6A-9652-B9C92E23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10972800" cy="4389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--profile debug down
git status --short
git add compose.yaml *.sql *.mjs package*.json
git add tests README.md MODUL_MAHASISWA.md
git add hasil screenshots slides
git diff --cached --name-only
git diff --cached --check
git commit -m "lab07: uji RLS dan pgvector"
git push
# Pastikan db_password.txt dan .env tidak staged.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75070376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65225FC-11E1-4A6C-92BF-0F772128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1DBAF4C-53E1-4FBE-AE1C-1BEF4D6C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A74FDBF-59B1-48BD-A78E-AAD17E3D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32d02cca44e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04e69a071340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04722BE-F37B-4766-A3E5-532B7B44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4E3E2EFC-8C07-4F47-8553-17CE7770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9a | Git memeriksa file rahasia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5C91FDB-4FC7-4EAC-83F3-6B1A0FBC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Pemeriksaan sebelum commit laporan mahasiswa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947410123247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25442" y="1463040"/>
            <a:ext cx="9156356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BB55B01-82C0-4218-8D91-7EF0DFF4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git check-ignore -v .env secrets/db_password.txt. Fungsi: cek secret.</a:t>
            </a:r>
            <a:br/>
            <a:r>
              <a:t>Cara kerja: .gitignore menyaring keduanya; hasil: file tidak ikut commit.</a:t>
            </a:r>
          </a:p>
        </p:txBody>
      </p:sp>
    </p:spTree>
    <p:extLst>
      <p:ext uri="{BB962C8B-B14F-4D97-AF65-F5344CB8AC3E}">
        <p14:creationId xmlns:p14="http://schemas.microsoft.com/office/powerpoint/2010/main" val="147781336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F3617E6-BB75-4A58-89E0-4482EEEB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7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93DFEB-907D-4998-889F-C85905BC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139F8AC-89D8-47DC-8D94-F7370F99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1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ad0a35e9f48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9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20f9f0df4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0BC67F9-25D4-46EE-9DBD-4BA967AB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0EAA43F-62E9-4168-917C-7BC4E064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9b | Container berhenti aman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628B221-8CA4-4C96-8D21-BE60F103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Volume PostgreSQL tetap ada setelah Compose down</a:t>
            </a:r>
            <a:endParaRPr sz="1200"/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a22110e0447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25442" y="1463040"/>
            <a:ext cx="9156356" cy="4343400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2D1CFEA-7FEC-4574-AD65-E0771E1E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7296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0F336F"/>
                </a:solidFill>
                <a:latin typeface="Arial"/>
                <a:ea typeface="Arial"/>
                <a:cs typeface="Arial"/>
              </a:defRPr>
            </a:pPr>
            <a:r>
              <a:t>Perintah: docker compose --profile debug down; ps. Fungsi: tutup lab.</a:t>
            </a:r>
            <a:br/>
            <a:r>
              <a:t>Cara kerja: tanpa -v, volume tetap ada; hasil: container berhenti dan ps kosong.</a:t>
            </a:r>
          </a:p>
        </p:txBody>
      </p:sp>
    </p:spTree>
    <p:extLst>
      <p:ext uri="{BB962C8B-B14F-4D97-AF65-F5344CB8AC3E}">
        <p14:creationId xmlns:p14="http://schemas.microsoft.com/office/powerpoint/2010/main" val="98809789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2026-10-07T19:04:01.6150000Z</dcterms:created>
  <dcterms:modified xsi:type="dcterms:W3CDTF">2026-10-07T19:04:01.6150000Z</dcterms:modified>
</coreProperties>
</file>