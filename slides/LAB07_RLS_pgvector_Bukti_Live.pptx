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88" r:id="rId2"/>
    <p:sldId id="289" r:id="rId3"/>
    <p:sldId id="290" r:id="rId4"/>
    <p:sldId id="291" r:id="rId5"/>
    <p:sldId id="292" r:id="rId6"/>
    <p:sldId id="293" r:id="rId7"/>
    <p:sldId id="294" r:id="rId8"/>
    <p:sldId id="295" r:id="rId9"/>
    <p:sldId id="296" r:id="rId10"/>
    <p:sldId id="297" r:id="rId11"/>
    <p:sldId id="298" r:id="rId12"/>
    <p:sldId id="299" r:id="rId13"/>
    <p:sldId id="300" r:id="rId14"/>
    <p:sldId id="301" r:id="rId15"/>
    <p:sldId id="302" r:id="rId16"/>
    <p:sldId id="303" r:id="rId17"/>
    <p:sldId id="304" r:id="rId18"/>
    <p:sldId id="305" r:id="rId19"/>
    <p:sldId id="307" r:id="rId26"/>
    <p:sldId id="306" r:id="rId20"/>
    <p:sldId id="308" r:id="rId27"/>
    <p:sldId id="309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6708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24688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COMP6991031   |   PRAKTIKUM 7   |   100 MENIT</a:t>
            </a: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457200" y="27889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&amp; SUPABASE</a:t>
            </a:r>
            <a:endParaRPr lang="en-US" sz="5400" dirty="0"/>
          </a:p>
        </p:txBody>
      </p:sp>
      <p:sp>
        <p:nvSpPr>
          <p:cNvPr id="6" name="Text 2"/>
          <p:cNvSpPr/>
          <p:nvPr/>
        </p:nvSpPr>
        <p:spPr>
          <a:xfrm>
            <a:off x="457200" y="36118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AUTH + PGVECTOR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457200" y="42519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Isolasi catatan dua staf pada satu database; uji lokal dahulu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715000" y="48006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kern="0" spc="300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PERTEMUAN 7  |  SUPABASE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Budi Juarto, S.T., M.Kom.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Departemen Informatika  -  BINUS @Bandung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9014495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Alur praktik Lab 07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inti berjalan di PostgreSQL lokal; Supabase cloud perlu akun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PRAKTIK INTI</a:t>
            </a:r>
          </a:p>
          <a:p>
            <a:pPr marL="0" indent="0">
              <a:buNone/>
            </a:pPr>
            <a:endParaRPr lang="en-US" sz="1100" b="1" kern="0" spc="300">
              <a:solidFill>
                <a:srgbClr val="F370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yang tersedia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Jalankan pgvector dan Adminer lokal</a:t>
            </a:r>
            <a:endParaRPr lang="en-US" sz="16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Baca role dan policy owner_name</a:t>
            </a:r>
            <a:endParaRPr lang="en-US" sz="16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Alice hanya melihat miliknya</a:t>
            </a:r>
            <a:endParaRPr lang="en-US" sz="16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Bob hanya melihat miliknya</a:t>
            </a:r>
            <a:endParaRPr lang="en-US" sz="16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Buktikan INSERT silang ditolak</a:t>
            </a:r>
            <a:endParaRPr lang="en-US" sz="16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nn-NO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Urutkan jarak tiga vektor contoh</a:t>
            </a:r>
            <a:endParaRPr lang="en-US" sz="160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nl-NL" sz="160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cek otomatis dan Git aman</a:t>
            </a:r>
            <a:endParaRPr lang="en-US" sz="1600" dirty="0"/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YANG DIKUMPULKAN</a:t>
            </a:r>
          </a:p>
          <a:p>
            <a:pPr marL="0" indent="0">
              <a:buNone/>
            </a:pPr>
            <a:endParaRPr lang="en-US" sz="1100" b="1" kern="0" spc="300">
              <a:solidFill>
                <a:srgbClr val="F3702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mesin sendiri</a:t>
            </a: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Policy RLS dan hasil dua role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Penolakan akses lintas pemilik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Urutan jarak pgvector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Checker 10 PASS dan commit aman</a:t>
            </a:r>
            <a:endParaRPr lang="en-US" sz="1700" dirty="0"/>
          </a:p>
        </p:txBody>
      </p:sp>
      <p:sp>
        <p:nvSpPr>
          <p:cNvPr id="29" name="Shape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Ikuti modul mahasiswa untuk perintah lengkap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8459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| Hidupkan database mandiri Lab 07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 dari root repo Lab 07, tanpa prasyarat Lab 06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 dan fungsi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Copy-Item .\secrets\db_password.example.txt `
  .\secrets\db_password.txt
# File lokal diabaikan Git; ubah nilainya untuk proyek nyata.
docker compose --profile debug up -d --wait
# --wait menunggu db healthy; debug menyalakan Adminer.
docker compose ps
# db memakai network internal; Adminer pada host 8087.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8244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1 | Database dan Adminer siap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docker compose --profile debug up -d --wait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PERINTAH PADA SLIDE SEBELUMNYA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6BE829EC-F31E-CB43-6057-653F694D4A21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111099"/>
            <a:ext cx="10927080" cy="3531914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db healthy; Adminer hidup di localhost:8087.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8009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1b | Lihat container di Docker Desktop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mesin lokal setelah docker compose --profile debug up -d --wait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PERINTAH PADA SLIDE SEBELUMNYA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4CD68E4-305F-2A25-BDDB-2BF6DE1A7E8E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2827450" y="2093976"/>
            <a:ext cx="6552340" cy="356616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Project cloudlab07-rls: db-1 dan adminer-1 hidup.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9876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| Pasang role, tabel, dan policy RLS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local-rls-demo.sql adalah kunci setup yang dapat diulang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 dan inti SQL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Get-Content -Raw .\local-rls-demo.sql |
  docker compose exec -T db psql `
    -v ON_ERROR_STOP=1 -U labadmin -d lab07
ALTER TABLE rls_demo ENABLE ROW LEVEL SECURITY;
CREATE POLICY rls_demo_owner ON rls_demo
  FOR ALL TO lab_alice, lab_bob
  USING (owner_name = current_user)
  WITH CHECK (owner_name = current_user);
# USING menyaring baca/update; WITH CHECK membatasi tulis.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0885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2 | Policy membatasi pemilik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pg_policies menampilkan USING dan WITH CHECK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PERINTAH PADA SLIDE SEBELUMNYA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C2BC02D-05E3-AA15-74C6-3E6732869753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622204"/>
            <a:ext cx="10927080" cy="2509704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Satu policy owner_name = current_user aktif.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42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| Baca sebagai Alice dan Bob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Uji memakai SET ROLE; pemilik tabel bisa melewati RLS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Isi kunci pada local-rls-demo.sql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SET ROLE lab_alice;
INSERT INTO rls_demo (owner_name, note)
  VALUES ('lab_alice', 'Catatan Alice');
SELECT current_user AS viewer, owner_name, note
  FROM rls_demo;
RESET ROLE;
SET ROLE lab_bob;
INSERT INTO rls_demo (owner_name, note)
  VALUES ('lab_bob', 'Catatan Bob');
SELECT current_user AS viewer, owner_name, note
  FROM rls_demo;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85872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3 | Dua identitas terisolasi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ROLE mengganti identitas database pada query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PERINTAH PADA SLIDE SEBELUMNYA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F944E2BF-018C-0F5E-A8B2-035E36E9B859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1403324" y="2093976"/>
            <a:ext cx="9400592" cy="356616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Alice melihat Alice; Bob melihat Bob.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2221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| Kunci uji INSERT silang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Kegagalan izin adalah bukti keamanan yang diharapkan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dan hasil yang diharapkan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SET ROLE lab_bob;
INSERT INTO rls_demo (owner_name, note)
VALUES ('lab_alice', 'uji lintas pemilik');
-- Bob mencoba menulis baris milik Alice.
-- WITH CHECK menolak owner_name berbeda.
-- Hasil: new row violates row-level security policy.
-- Jumlah baris demo tetap dua.
RESET ROLE;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8346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4 | Tulis lintas pemilik ditolak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SQL ini adalah hasil lulus, bukan crash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PERINTAH PADA SLIDE SEBELUMNYA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0EA85F0-7185-9EF0-09B2-A52811D81AAC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724425"/>
            <a:ext cx="10927080" cy="2305261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INSERT ditolak; data Alice tetap terlindungi.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00243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| Kunci jarak vektor lokal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tiga dimensi untuk memahami &lt;-&gt;, bukan embedding produksi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PowerShell dan SQL inti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Get-Content -Raw .\vector-local-demo.sql |
  docker compose exec -T db psql `
    -v ON_ERROR_STOP=1 -U labadmin -d lab07
CREATE EXTENSION IF NOT EXISTS vector;
-- Tiga vektor: Docker, Container, Database.
SELECT judul,
  round((embedding &lt;-&gt; '[1,0,0]')::numeric, 3)
    AS jarak
FROM lab_embeddings
ORDER BY embedding &lt;-&gt; '[1,0,0]';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06144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nn-NO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5 | Urutan tetangga vektor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&lt;-&gt; menghitung jarak Euclidean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PERINTAH PADA SLIDE SEBELUMNYA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9992666-806D-D42E-71AF-C2CEE3502620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417762"/>
            <a:ext cx="10927080" cy="2918588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Urutan: Docker, Container, Database.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52390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| Lihat web Adminer tanpa salah baca RLS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labadmin adalah owner; uji RLS tetap memakai SET ROLE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Langkah browser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docker compose --profile debug up -d adminer
# Buka http://127.0.0.1:8087/
# System: PostgreSQL
# Server: db
# User: labadmin
# Database: lab07
# Password: baca file lokal, jangan ketik di slide.
# Tabel rls_demo menampilkan dua baris kepada owner.
# Output Alice/Bob yang terbatas ada di slide sebelumnya.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90327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6 | Adminer dan dua catatan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database owner melihat seluruh tabel demo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PERINTAH, FUNGSI, DAN HASIL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Buka Adminer localhost:8087.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a-DK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Hubungkan ke server db/lab07.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Tabel rls_demo berisi dua baris.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Ini tampilan role owner labadmin.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Owner bisa melewati RLS default.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a-DK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Isolasi dibuktikan lewat SET ROLE.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Jangan tampilkan password saat demo.</a:t>
            </a: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PADA MESIN UJI</a:t>
            </a: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sp>
        <p:nvSpPr>
          <p:cNvPr id="29" name="Shape 18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Web memperlihatkan data; role uji tetap terpisah.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0E62E9D4-1265-CB93-FF53-4554EC425535}"/>
              </a:ext>
            </a:extLst>
          </p:cNvPr>
          <p:cNvPicPr>
            <a:picLocks/>
          </p:cNvPicPr>
          <p:nvPr/>
        </p:nvPicPr>
        <p:blipFill>
          <a:blip r:embed="rId11"/>
          <a:stretch>
            <a:fillRect/>
          </a:stretch>
        </p:blipFill>
        <p:spPr>
          <a:xfrm>
            <a:off x="6419088" y="2374162"/>
            <a:ext cx="5084064" cy="2457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6022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| Jalankan checker seluruh challenge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 dan Bash menguji keamanan serta pgvector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 dan cakupan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&amp; .\tests\challenge.ps1
# Bash/WSL/Codespaces: bash tests/challenge.sh
# 10 cek: PostgreSQL, dua role, RLS aktif,
# hasil Alice/Bob, larangan baca/tulis silang,
# jumlah baris, extension vector, dan tetangga.
# PASS INSERT ditolak berarti kontrol bekerja.
# Jika FAIL, cek docker compose ps dan SQL.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027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7 | 10 PASS, 0 FAIL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Checker membaca keadaan database dan hasil penolakan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>
                <a:solidFill>
                  <a:srgbClr val="F37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HASIL PERINTAH PADA SLIDE SEBELUMNYA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1" name="Text 12"/>
          <p:cNvSpPr/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5" name="Text 14"/>
          <p:cNvSpPr/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400" dirty="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/>
          <p:cNvSpPr/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/>
          <p:cNvSpPr/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8" name="Text 17"/>
          <p:cNvSpPr/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endParaRPr lang="en-US" sz="12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9A236606-D3B1-D9D4-37F1-4B2D8C776E30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1159480" y="2093976"/>
            <a:ext cx="9888279" cy="356616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/>
          <p:cNvSpPr/>
          <p:nvPr/>
        </p:nvSpPr>
        <p:spPr>
          <a:xfrm>
            <a:off x="640080" y="5641848"/>
            <a:ext cx="10927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10 PASS, 0 FAIL pada uji lokal.</a:t>
            </a:r>
            <a:endParaRPr lang="en-US" sz="150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97006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| Jalur Supabase bila akun tersedia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JWT berbeda dari SET ROLE pada demo lokal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Langkah cloud opsional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-- Di SQL Editor project milik sendiri:
-- jalankan schema.sql untuk tabel notes.
-- policy membandingkan auth.uid() dengan user_id.
-- vector-setup.sql mengaktifkan pgvector.
# Di .env lokal: URL + publishable key.
# Jalankan client-demo.mjs --signup.
# Coba dua akun, bandingkan daftar notes.
# Storage bucket private, policy objek diperlukan.
# Jangan masukkan service-role key ke browser/Git.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64662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| Bersihkan container dan push source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latihan disimpan bila ingin mengulang tanpa setup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1417320"/>
            <a:ext cx="1124712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1005840" y="1417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Perintah terminal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594360" y="178308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Consolas" panose="020B0609020204030204" pitchFamily="49" charset="0"/>
                <a:ea typeface="Consolas" pitchFamily="34" charset="-122"/>
                <a:cs typeface="Consolas" pitchFamily="34" charset="-120"/>
              </a:rPr>
              <a:t>docker compose --profile debug down
git status --short
git add compose.yaml *.sql *.mjs package*.json
git add tests README.md MODUL_MAHASISWA.md
git add hasil screenshots slides
git diff --cached --name-only
git diff --cached --check
git commit -m "lab07: uji RLS dan pgvector"
git push
# Pastikan db_password.txt dan .env tidak staged.</a:t>
            </a:r>
            <a:endParaRPr lang="en-US" sz="1600" dirty="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703760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8 | Source jalur Supabase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Persiapan SQL cloud, belum eksekusi proyek peserta</a:t>
            </a:r>
            <a:endParaRPr lang="en-US" sz="1200" dirty="0"/>
          </a:p>
        </p:txBody>
      </p:sp>
      <p:pic>
        <p:nvPicPr>
          <p:cNvPr id="10" name="Picture 9" descr="13_supabase_sour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4963" y="1463040"/>
            <a:ext cx="9597314" cy="4343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972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336F"/>
                </a:solidFill>
                <a:latin typeface="Arial"/>
              </a:defRPr>
            </a:pPr>
            <a:r>
              <a:t>Perintah: rg -n pada schema.sql. Fungsi: kenali policy cloud.</a:t>
            </a:r>
            <a:br/>
            <a:r>
              <a:t>Cara kerja: hanya membaca source; hasil: auth.users/auth.uid(), belum dieksekusi di cloud.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9a | Git memeriksa file rahasia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Pemeriksaan sebelum commit laporan mahasiswa</a:t>
            </a:r>
            <a:endParaRPr lang="en-US" sz="1200" dirty="0"/>
          </a:p>
        </p:txBody>
      </p:sp>
      <p:pic>
        <p:nvPicPr>
          <p:cNvPr id="10" name="Picture 9" descr="11_git_am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5442" y="1463040"/>
            <a:ext cx="9156356" cy="4343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972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336F"/>
                </a:solidFill>
                <a:latin typeface="Arial"/>
              </a:defRPr>
            </a:pPr>
            <a:r>
              <a:t>Perintah: git check-ignore -v .env secrets/db_password.txt. Fungsi: cek secret.</a:t>
            </a:r>
            <a:br/>
            <a:r>
              <a:t>Cara kerja: .gitignore menyaring keduanya; hasil: file tidak ikut commit.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BINUS UNIVERSITY  |  Cloud Services  |  Praktikum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9b | Container berhenti aman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" sz="1200" i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PostgreSQL tetap ada setelah Compose down</a:t>
            </a:r>
            <a:endParaRPr lang="en-US" sz="1200" dirty="0"/>
          </a:p>
        </p:txBody>
      </p:sp>
      <p:pic>
        <p:nvPicPr>
          <p:cNvPr id="10" name="Picture 9" descr="12_clean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5442" y="1463040"/>
            <a:ext cx="9156356" cy="4343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7972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F336F"/>
                </a:solidFill>
                <a:latin typeface="Arial"/>
              </a:defRPr>
            </a:pPr>
            <a:r>
              <a:t>Perintah: docker compose --profile debug down; ps. Fungsi: tutup lab.</a:t>
            </a:r>
            <a:br/>
            <a:r>
              <a:t>Cara kerja: tanpa -v, volume tetap ada; hasil: container berhenti dan ps kosong.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1565</Words>
  <Application>Microsoft Office PowerPoint</Application>
  <PresentationFormat>Widescreen</PresentationFormat>
  <Paragraphs>150</Paragraphs>
  <Slides>19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Supabase - Backend as a Service - Praktikum 7</dc:title>
  <dc:subject>PptxGenJS Presentation</dc:subject>
  <dc:creator>PptxGenJS</dc:creator>
  <cp:lastModifiedBy>Budi Juarto</cp:lastModifiedBy>
  <cp:revision>2</cp:revision>
  <dcterms:created xsi:type="dcterms:W3CDTF">2026-05-16T10:04:04Z</dcterms:created>
  <dcterms:modified xsi:type="dcterms:W3CDTF">2026-10-07T13:04:17Z</dcterms:modified>
</cp:coreProperties>
</file>